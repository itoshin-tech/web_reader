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6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549D55-9A87-5932-2DEB-14A16B87C7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ECCF2AE-FA87-50FC-770E-98FB77DAC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F7CAF7-6D87-4F92-802F-F02D670E1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554C31-29B4-F148-42D1-D5239124D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675881-35DB-668E-2C25-7993E553D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4105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0CA98E-0942-9764-5A8F-A55DA61DC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6220A4-1651-55E6-1A41-EFE420B4B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5DFB92-77E2-568B-9BB4-4342A3E2F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C0A9F9-667F-23E5-CA8F-B077BD51D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121A67-3817-F72D-61B8-BF719562B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059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8D9AB2-B782-75CE-053F-DF1E3DB9F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455EA1-46D6-F090-5EF1-21EBCB0D1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088BCB-B462-C0DA-F678-783090E94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D6B8E3-CED7-C038-E3FB-BE6CD6175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A41F48-3772-AB56-F1D2-4EF5C278D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7251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383076-73A3-6B32-0D50-08CA01D4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5380E0-6719-CE47-3F8C-5C568A2885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A051140-C02E-7F05-C5BF-967EB45CA1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9EB235-B345-3117-FCFB-4A836EB86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AD3358-BAF6-DE08-4D4D-9C4FD12E9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6625D1-2B13-EB72-096C-08CCBF800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0371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ECF3A1-8DE7-843F-4BC4-528EB3430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91C957C-E9D9-9532-C0DA-9F05C9414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386CF7-3799-07F1-F784-9BE41811F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704E488-D6C7-98A9-B2D6-40BDE84F4A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EAB0C0D-6E60-4418-6736-369374C491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DE04032-1926-E7FE-AA3C-C8D318534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65238DA-56C4-5367-93E6-62ADB33DD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0A026EB-2966-5E63-A769-99CDF8D79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1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718E46-11AA-55A1-6999-B388135ED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428D90E-BD20-7C90-6143-9E21A0DEA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360EB48-9697-3756-07B7-840B69D47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FDD8376-C612-6535-4BB1-B37D65604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244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1F128F1-EF4E-F369-A6D3-9B908ACBE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B6CF5D2-8061-1CAB-86D1-840217BD7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1BEE7D2-20E2-5B25-C388-571373738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95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44AC2F-FCD4-2715-CD3B-A748307B9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72BED6D-6D2A-77FF-9CEC-276AAD6DB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BA9DA9F-FB0D-58F8-3B8B-E4147781F6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3DEBF1-5EA0-7FB7-E4CB-E11F10115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AEBB56-34B6-6E59-9487-8B043C7DB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BC78EB-E346-D3BE-5010-97F98E3AB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0942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4CC9DA-6BEF-1F1A-E9B1-70AAC2B3B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2F221A0-4F32-31CC-0CCA-029B46F656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FF276F-57D0-A6CC-5836-3A957F189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8C66B6A-9F2B-A81C-6146-7A4EF64C4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908B792-4399-2AF6-68F8-EB3ABA4D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F84A691-8CBF-3EC8-F0EB-9A2F0EBC3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2813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B9B20-DF29-F074-2456-475A96E7D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7BAAC6A-DC0B-3E77-2641-DA3ADC05EC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EAFF28-D44E-FC4A-FC85-1CAB3F249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52CD58-7C0C-2C7F-C858-ABB842720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EB1CAD-15F6-8D34-DD13-BD868C154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346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AE44BEF-B243-C2B5-52CA-CF721706D1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EC5BED-8AF4-FED6-2D8F-50ACA061A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D3E75D-7D94-7BBF-CFC1-603503E74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E69C874-F59A-5537-F2FD-91E82FE01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58DD54-D7AC-BD58-24D6-BA98913D7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2556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2FE18FE-1290-2A62-3B32-836296D38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DB3D7E0-B745-8F69-978F-358068618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5C02FA-7454-48DF-1DFA-425545262F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EF2F7-7090-4231-B7EF-7F1B5A5EFE03}" type="datetimeFigureOut">
              <a:rPr kumimoji="1" lang="ja-JP" altLang="en-US" smtClean="0"/>
              <a:t>2026/4/23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D6EB8B-D8F0-C3E3-EE4C-404188A045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6FDA4-490C-E67D-6F23-03578501F8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496755-C720-4764-8876-A7C75D709F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974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E044810-082B-A228-3C22-4D01E666F1E4}"/>
              </a:ext>
            </a:extLst>
          </p:cNvPr>
          <p:cNvSpPr txBox="1"/>
          <p:nvPr/>
        </p:nvSpPr>
        <p:spPr>
          <a:xfrm>
            <a:off x="0" y="179294"/>
            <a:ext cx="46257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使い方１：ニュースを聞く</a:t>
            </a:r>
            <a:endParaRPr lang="en-US" altLang="ja-JP"/>
          </a:p>
          <a:p>
            <a:endParaRPr kumimoji="1" lang="en-US" altLang="ja-JP"/>
          </a:p>
          <a:p>
            <a:r>
              <a:rPr lang="ja-JP" altLang="en-US"/>
              <a:t>①ニュースソースを選ぶ</a:t>
            </a:r>
            <a:endParaRPr lang="en-US" altLang="ja-JP"/>
          </a:p>
          <a:p>
            <a:r>
              <a:rPr lang="ja-JP" altLang="en-US"/>
              <a:t>②ニュースを選ぶ</a:t>
            </a:r>
            <a:endParaRPr lang="en-US" altLang="ja-JP"/>
          </a:p>
          <a:p>
            <a:r>
              <a:rPr lang="ja-JP" altLang="en-US"/>
              <a:t>③読み上げ開始！</a:t>
            </a:r>
            <a:endParaRPr lang="en-US" altLang="ja-JP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D97039C1-5D61-7CFD-7DF0-2DF96E9CD1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863"/>
          <a:stretch>
            <a:fillRect/>
          </a:stretch>
        </p:blipFill>
        <p:spPr>
          <a:xfrm>
            <a:off x="429185" y="1649506"/>
            <a:ext cx="3086100" cy="295835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9DF969E0-F937-B880-2320-731F88E226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065" b="41046"/>
          <a:stretch>
            <a:fillRect/>
          </a:stretch>
        </p:blipFill>
        <p:spPr>
          <a:xfrm>
            <a:off x="4364690" y="2402539"/>
            <a:ext cx="3086100" cy="1981201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CA697150-1A88-54A8-4FD6-88A3539F9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87" b="48497"/>
          <a:stretch>
            <a:fillRect/>
          </a:stretch>
        </p:blipFill>
        <p:spPr>
          <a:xfrm>
            <a:off x="8291232" y="2312894"/>
            <a:ext cx="3086100" cy="2689412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F036553A-2D6C-F040-0A60-9312F2620753}"/>
              </a:ext>
            </a:extLst>
          </p:cNvPr>
          <p:cNvGrpSpPr/>
          <p:nvPr/>
        </p:nvGrpSpPr>
        <p:grpSpPr>
          <a:xfrm rot="16200000">
            <a:off x="1794620" y="3277721"/>
            <a:ext cx="672353" cy="523220"/>
            <a:chOff x="6338046" y="896471"/>
            <a:chExt cx="672353" cy="523220"/>
          </a:xfrm>
        </p:grpSpPr>
        <p:sp>
          <p:nvSpPr>
            <p:cNvPr id="24" name="楕円 23">
              <a:extLst>
                <a:ext uri="{FF2B5EF4-FFF2-40B4-BE49-F238E27FC236}">
                  <a16:creationId xmlns:a16="http://schemas.microsoft.com/office/drawing/2014/main" id="{0D56F6F7-32B5-C4E4-EE71-A3A1843CE7A8}"/>
                </a:ext>
              </a:extLst>
            </p:cNvPr>
            <p:cNvSpPr/>
            <p:nvPr/>
          </p:nvSpPr>
          <p:spPr>
            <a:xfrm>
              <a:off x="6736277" y="1010911"/>
              <a:ext cx="216000" cy="216000"/>
            </a:xfrm>
            <a:prstGeom prst="ellipse">
              <a:avLst/>
            </a:prstGeom>
            <a:noFill/>
            <a:ln w="28575">
              <a:solidFill>
                <a:srgbClr val="FF7C8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1F3E21C8-1217-F30C-113B-85AA9CC5BDF7}"/>
                </a:ext>
              </a:extLst>
            </p:cNvPr>
            <p:cNvSpPr txBox="1"/>
            <p:nvPr/>
          </p:nvSpPr>
          <p:spPr>
            <a:xfrm>
              <a:off x="6338046" y="896471"/>
              <a:ext cx="6723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/>
                <a:t>👉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B5B4D121-4E44-3278-0E06-E22252C943B3}"/>
              </a:ext>
            </a:extLst>
          </p:cNvPr>
          <p:cNvGrpSpPr/>
          <p:nvPr/>
        </p:nvGrpSpPr>
        <p:grpSpPr>
          <a:xfrm rot="16200000">
            <a:off x="5823696" y="3277722"/>
            <a:ext cx="672353" cy="523220"/>
            <a:chOff x="6338046" y="896471"/>
            <a:chExt cx="672353" cy="523220"/>
          </a:xfrm>
        </p:grpSpPr>
        <p:sp>
          <p:nvSpPr>
            <p:cNvPr id="27" name="楕円 26">
              <a:extLst>
                <a:ext uri="{FF2B5EF4-FFF2-40B4-BE49-F238E27FC236}">
                  <a16:creationId xmlns:a16="http://schemas.microsoft.com/office/drawing/2014/main" id="{669303D7-1210-397A-BEB8-DC65693DEAB1}"/>
                </a:ext>
              </a:extLst>
            </p:cNvPr>
            <p:cNvSpPr/>
            <p:nvPr/>
          </p:nvSpPr>
          <p:spPr>
            <a:xfrm>
              <a:off x="6736277" y="1010911"/>
              <a:ext cx="216000" cy="216000"/>
            </a:xfrm>
            <a:prstGeom prst="ellipse">
              <a:avLst/>
            </a:prstGeom>
            <a:noFill/>
            <a:ln w="28575">
              <a:solidFill>
                <a:srgbClr val="FF7C8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C488BFDB-949D-4F5E-0ED7-E480672777D3}"/>
                </a:ext>
              </a:extLst>
            </p:cNvPr>
            <p:cNvSpPr txBox="1"/>
            <p:nvPr/>
          </p:nvSpPr>
          <p:spPr>
            <a:xfrm>
              <a:off x="6338046" y="896471"/>
              <a:ext cx="6723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/>
                <a:t>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52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9705557-C2EC-90F1-9760-E4684BF325F8}"/>
              </a:ext>
            </a:extLst>
          </p:cNvPr>
          <p:cNvSpPr txBox="1"/>
          <p:nvPr/>
        </p:nvSpPr>
        <p:spPr>
          <a:xfrm>
            <a:off x="3495675" y="293594"/>
            <a:ext cx="5257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ホームでニュースソースを選べる・増やせる</a:t>
            </a:r>
            <a:endParaRPr lang="en-US" altLang="ja-JP"/>
          </a:p>
          <a:p>
            <a:r>
              <a:rPr lang="ja-JP" altLang="en-US"/>
              <a:t>記事一覧で、ニュースを選べる</a:t>
            </a:r>
            <a:endParaRPr lang="en-US" altLang="ja-JP"/>
          </a:p>
          <a:p>
            <a:r>
              <a:rPr lang="ja-JP" altLang="en-US"/>
              <a:t>読み上げで、読む文章を選べる</a:t>
            </a:r>
            <a:endParaRPr lang="en-US" altLang="ja-JP"/>
          </a:p>
          <a:p>
            <a:r>
              <a:rPr lang="en-US" altLang="ja-JP"/>
              <a:t>HP</a:t>
            </a:r>
            <a:r>
              <a:rPr lang="ja-JP" altLang="en-US"/>
              <a:t>で、元の</a:t>
            </a:r>
            <a:r>
              <a:rPr lang="en-US" altLang="ja-JP"/>
              <a:t>HP</a:t>
            </a:r>
            <a:r>
              <a:rPr lang="ja-JP" altLang="en-US"/>
              <a:t>を表示できる</a:t>
            </a:r>
            <a:endParaRPr lang="en-US" altLang="ja-JP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58D2698-028B-5AB4-C69A-EBF92A6EA0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167" b="5277"/>
          <a:stretch>
            <a:fillRect/>
          </a:stretch>
        </p:blipFill>
        <p:spPr>
          <a:xfrm>
            <a:off x="1914525" y="1743075"/>
            <a:ext cx="802386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679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7448026-5F5B-8CEA-AC31-D1240ECECB23}"/>
              </a:ext>
            </a:extLst>
          </p:cNvPr>
          <p:cNvSpPr txBox="1"/>
          <p:nvPr/>
        </p:nvSpPr>
        <p:spPr>
          <a:xfrm>
            <a:off x="0" y="179294"/>
            <a:ext cx="46257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使い方２：</a:t>
            </a:r>
            <a:r>
              <a:rPr lang="en-US" altLang="ja-JP"/>
              <a:t>Web</a:t>
            </a:r>
            <a:r>
              <a:rPr lang="ja-JP" altLang="en-US"/>
              <a:t>を取り込む</a:t>
            </a:r>
            <a:endParaRPr lang="en-US" altLang="ja-JP"/>
          </a:p>
          <a:p>
            <a:endParaRPr kumimoji="1" lang="en-US" altLang="ja-JP"/>
          </a:p>
          <a:p>
            <a:r>
              <a:rPr lang="ja-JP" altLang="en-US"/>
              <a:t>①ブラウザ（</a:t>
            </a:r>
            <a:r>
              <a:rPr lang="en-US" altLang="ja-JP"/>
              <a:t>Chrome</a:t>
            </a:r>
            <a:r>
              <a:rPr lang="ja-JP" altLang="en-US"/>
              <a:t>）で</a:t>
            </a:r>
            <a:r>
              <a:rPr lang="en-US" altLang="ja-JP"/>
              <a:t>HP</a:t>
            </a:r>
            <a:r>
              <a:rPr lang="ja-JP" altLang="en-US"/>
              <a:t>を開く</a:t>
            </a:r>
            <a:endParaRPr lang="en-US" altLang="ja-JP"/>
          </a:p>
          <a:p>
            <a:r>
              <a:rPr lang="ja-JP" altLang="en-US"/>
              <a:t>②三から共有する</a:t>
            </a:r>
            <a:endParaRPr lang="en-US" altLang="ja-JP"/>
          </a:p>
          <a:p>
            <a:r>
              <a:rPr lang="ja-JP" altLang="en-US"/>
              <a:t>③読み上げ開始！</a:t>
            </a:r>
            <a:endParaRPr lang="en-US" altLang="ja-JP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59F0C4B-37DA-6AE8-38E8-F019D868B9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33" b="70278"/>
          <a:stretch>
            <a:fillRect/>
          </a:stretch>
        </p:blipFill>
        <p:spPr>
          <a:xfrm>
            <a:off x="962025" y="1971676"/>
            <a:ext cx="3086100" cy="16383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856E5AA-120E-A924-4C51-D9FAE167EA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33" b="30556"/>
          <a:stretch>
            <a:fillRect/>
          </a:stretch>
        </p:blipFill>
        <p:spPr>
          <a:xfrm>
            <a:off x="4772025" y="1924050"/>
            <a:ext cx="3086100" cy="28194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5F64802-8123-0F6D-9E3F-F8C25B2147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44722"/>
          <a:stretch>
            <a:fillRect/>
          </a:stretch>
        </p:blipFill>
        <p:spPr>
          <a:xfrm>
            <a:off x="8610600" y="2019300"/>
            <a:ext cx="3086100" cy="29337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38A6923C-BE5D-8FCA-171D-A81A71973D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11" b="29027"/>
          <a:stretch>
            <a:fillRect/>
          </a:stretch>
        </p:blipFill>
        <p:spPr>
          <a:xfrm>
            <a:off x="876300" y="3524250"/>
            <a:ext cx="3086100" cy="1876425"/>
          </a:xfrm>
          <a:prstGeom prst="rect">
            <a:avLst/>
          </a:prstGeom>
        </p:spPr>
      </p:pic>
      <p:sp>
        <p:nvSpPr>
          <p:cNvPr id="21" name="楕円 20">
            <a:extLst>
              <a:ext uri="{FF2B5EF4-FFF2-40B4-BE49-F238E27FC236}">
                <a16:creationId xmlns:a16="http://schemas.microsoft.com/office/drawing/2014/main" id="{F22C3B58-655C-137C-673D-9588104191DE}"/>
              </a:ext>
            </a:extLst>
          </p:cNvPr>
          <p:cNvSpPr/>
          <p:nvPr/>
        </p:nvSpPr>
        <p:spPr>
          <a:xfrm rot="16200000">
            <a:off x="3726056" y="1990472"/>
            <a:ext cx="288000" cy="288000"/>
          </a:xfrm>
          <a:prstGeom prst="ellipse">
            <a:avLst/>
          </a:prstGeom>
          <a:noFill/>
          <a:ln w="28575">
            <a:solidFill>
              <a:srgbClr val="FF7C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B0BF613-C624-B3F3-B10E-E651846AEF60}"/>
              </a:ext>
            </a:extLst>
          </p:cNvPr>
          <p:cNvSpPr txBox="1"/>
          <p:nvPr/>
        </p:nvSpPr>
        <p:spPr>
          <a:xfrm rot="16200000">
            <a:off x="3554367" y="2144249"/>
            <a:ext cx="6723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👉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9C6C111-8640-3D40-164F-217F097422C5}"/>
              </a:ext>
            </a:extLst>
          </p:cNvPr>
          <p:cNvGrpSpPr/>
          <p:nvPr/>
        </p:nvGrpSpPr>
        <p:grpSpPr>
          <a:xfrm rot="16200000">
            <a:off x="6490447" y="4087346"/>
            <a:ext cx="672353" cy="523220"/>
            <a:chOff x="6338046" y="896471"/>
            <a:chExt cx="672353" cy="523220"/>
          </a:xfrm>
        </p:grpSpPr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24B13730-B151-577C-D268-7837EFF90167}"/>
                </a:ext>
              </a:extLst>
            </p:cNvPr>
            <p:cNvSpPr/>
            <p:nvPr/>
          </p:nvSpPr>
          <p:spPr>
            <a:xfrm>
              <a:off x="6736277" y="1010911"/>
              <a:ext cx="216000" cy="216000"/>
            </a:xfrm>
            <a:prstGeom prst="ellipse">
              <a:avLst/>
            </a:prstGeom>
            <a:noFill/>
            <a:ln w="28575">
              <a:solidFill>
                <a:srgbClr val="FF7C8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7844864-5D3C-C558-C5ED-698183F7324A}"/>
                </a:ext>
              </a:extLst>
            </p:cNvPr>
            <p:cNvSpPr txBox="1"/>
            <p:nvPr/>
          </p:nvSpPr>
          <p:spPr>
            <a:xfrm>
              <a:off x="6338046" y="896471"/>
              <a:ext cx="6723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/>
                <a:t>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5612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76</Words>
  <Application>Microsoft Office PowerPoint</Application>
  <PresentationFormat>ワイド画面</PresentationFormat>
  <Paragraphs>18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真 伊藤</dc:creator>
  <cp:lastModifiedBy>真 伊藤</cp:lastModifiedBy>
  <cp:revision>1</cp:revision>
  <dcterms:created xsi:type="dcterms:W3CDTF">2026-04-22T21:51:44Z</dcterms:created>
  <dcterms:modified xsi:type="dcterms:W3CDTF">2026-04-22T22:11:26Z</dcterms:modified>
</cp:coreProperties>
</file>