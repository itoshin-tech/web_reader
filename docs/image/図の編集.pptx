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12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549D55-9A87-5932-2DEB-14A16B87C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ECCF2AE-FA87-50FC-770E-98FB77DAC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F7CAF7-6D87-4F92-802F-F02D670E1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F2F7-7090-4231-B7EF-7F1B5A5EFE03}" type="datetimeFigureOut">
              <a:rPr kumimoji="1" lang="ja-JP" altLang="en-US" smtClean="0"/>
              <a:t>2026/4/25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554C31-29B4-F148-42D1-D5239124D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675881-35DB-668E-2C25-7993E553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6755-C720-4764-8876-A7C75D709F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4105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0CA98E-0942-9764-5A8F-A55DA61D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6220A4-1651-55E6-1A41-EFE420B4B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5DFB92-77E2-568B-9BB4-4342A3E2F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F2F7-7090-4231-B7EF-7F1B5A5EFE03}" type="datetimeFigureOut">
              <a:rPr kumimoji="1" lang="ja-JP" altLang="en-US" smtClean="0"/>
              <a:t>2026/4/25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C0A9F9-667F-23E5-CA8F-B077BD51D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121A67-3817-F72D-61B8-BF719562B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6755-C720-4764-8876-A7C75D709F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8059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8D9AB2-B782-75CE-053F-DF1E3DB9F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455EA1-46D6-F090-5EF1-21EBCB0D1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088BCB-B462-C0DA-F678-783090E94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F2F7-7090-4231-B7EF-7F1B5A5EFE03}" type="datetimeFigureOut">
              <a:rPr kumimoji="1" lang="ja-JP" altLang="en-US" smtClean="0"/>
              <a:t>2026/4/25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D6B8E3-CED7-C038-E3FB-BE6CD6175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A41F48-3772-AB56-F1D2-4EF5C278D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6755-C720-4764-8876-A7C75D709F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7251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383076-73A3-6B32-0D50-08CA01D45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5380E0-6719-CE47-3F8C-5C568A288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051140-C02E-7F05-C5BF-967EB45CA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9EB235-B345-3117-FCFB-4A836EB86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F2F7-7090-4231-B7EF-7F1B5A5EFE03}" type="datetimeFigureOut">
              <a:rPr kumimoji="1" lang="ja-JP" altLang="en-US" smtClean="0"/>
              <a:t>2026/4/25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AD3358-BAF6-DE08-4D4D-9C4FD12E9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26625D1-2B13-EB72-096C-08CCBF800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6755-C720-4764-8876-A7C75D709F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371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ECF3A1-8DE7-843F-4BC4-528EB3430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1C957C-E9D9-9532-C0DA-9F05C9414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386CF7-3799-07F1-F784-9BE41811F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704E488-D6C7-98A9-B2D6-40BDE84F4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EAB0C0D-6E60-4418-6736-369374C491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DE04032-1926-E7FE-AA3C-C8D318534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F2F7-7090-4231-B7EF-7F1B5A5EFE03}" type="datetimeFigureOut">
              <a:rPr kumimoji="1" lang="ja-JP" altLang="en-US" smtClean="0"/>
              <a:t>2026/4/25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65238DA-56C4-5367-93E6-62ADB33DD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0A026EB-2966-5E63-A769-99CDF8D79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6755-C720-4764-8876-A7C75D709F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1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718E46-11AA-55A1-6999-B388135ED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428D90E-BD20-7C90-6143-9E21A0DEA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F2F7-7090-4231-B7EF-7F1B5A5EFE03}" type="datetimeFigureOut">
              <a:rPr kumimoji="1" lang="ja-JP" altLang="en-US" smtClean="0"/>
              <a:t>2026/4/25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360EB48-9697-3756-07B7-840B69D47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FDD8376-C612-6535-4BB1-B37D6560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6755-C720-4764-8876-A7C75D709F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2449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1F128F1-EF4E-F369-A6D3-9B908ACBE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F2F7-7090-4231-B7EF-7F1B5A5EFE03}" type="datetimeFigureOut">
              <a:rPr kumimoji="1" lang="ja-JP" altLang="en-US" smtClean="0"/>
              <a:t>2026/4/25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B6CF5D2-8061-1CAB-86D1-840217BD7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1BEE7D2-20E2-5B25-C388-571373738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6755-C720-4764-8876-A7C75D709F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95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44AC2F-FCD4-2715-CD3B-A748307B9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2BED6D-6D2A-77FF-9CEC-276AAD6DB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BA9DA9F-FB0D-58F8-3B8B-E4147781F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13DEBF1-5EA0-7FB7-E4CB-E11F10115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F2F7-7090-4231-B7EF-7F1B5A5EFE03}" type="datetimeFigureOut">
              <a:rPr kumimoji="1" lang="ja-JP" altLang="en-US" smtClean="0"/>
              <a:t>2026/4/25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AEBB56-34B6-6E59-9487-8B043C7DB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BC78EB-E346-D3BE-5010-97F98E3A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6755-C720-4764-8876-A7C75D709F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0942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4CC9DA-6BEF-1F1A-E9B1-70AAC2B3B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2F221A0-4F32-31CC-0CCA-029B46F656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9FF276F-57D0-A6CC-5836-3A957F189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C66B6A-9F2B-A81C-6146-7A4EF64C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F2F7-7090-4231-B7EF-7F1B5A5EFE03}" type="datetimeFigureOut">
              <a:rPr kumimoji="1" lang="ja-JP" altLang="en-US" smtClean="0"/>
              <a:t>2026/4/25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08B792-4399-2AF6-68F8-EB3ABA4D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84A691-8CBF-3EC8-F0EB-9A2F0EBC3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6755-C720-4764-8876-A7C75D709F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2813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0B9B20-DF29-F074-2456-475A96E7D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7BAAC6A-DC0B-3E77-2641-DA3ADC05E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EAFF28-D44E-FC4A-FC85-1CAB3F249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F2F7-7090-4231-B7EF-7F1B5A5EFE03}" type="datetimeFigureOut">
              <a:rPr kumimoji="1" lang="ja-JP" altLang="en-US" smtClean="0"/>
              <a:t>2026/4/25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52CD58-7C0C-2C7F-C858-ABB842720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EB1CAD-15F6-8D34-DD13-BD868C15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6755-C720-4764-8876-A7C75D709F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346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AE44BEF-B243-C2B5-52CA-CF721706D1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EC5BED-8AF4-FED6-2D8F-50ACA061A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D3E75D-7D94-7BBF-CFC1-603503E7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F2F7-7090-4231-B7EF-7F1B5A5EFE03}" type="datetimeFigureOut">
              <a:rPr kumimoji="1" lang="ja-JP" altLang="en-US" smtClean="0"/>
              <a:t>2026/4/25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69C874-F59A-5537-F2FD-91E82FE01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58DD54-D7AC-BD58-24D6-BA98913D7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6755-C720-4764-8876-A7C75D709F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255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2FE18FE-1290-2A62-3B32-836296D38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B3D7E0-B745-8F69-978F-358068618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5C02FA-7454-48DF-1DFA-425545262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EF2F7-7090-4231-B7EF-7F1B5A5EFE03}" type="datetimeFigureOut">
              <a:rPr kumimoji="1" lang="ja-JP" altLang="en-US" smtClean="0"/>
              <a:t>2026/4/25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D6EB8B-D8F0-C3E3-EE4C-404188A045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86FDA4-490C-E67D-6F23-03578501F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96755-C720-4764-8876-A7C75D709F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974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8F566602-210C-8124-68B0-694C9DD43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139"/>
          <a:stretch>
            <a:fillRect/>
          </a:stretch>
        </p:blipFill>
        <p:spPr>
          <a:xfrm>
            <a:off x="3794862" y="31415"/>
            <a:ext cx="3086100" cy="287080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E044810-082B-A228-3C22-4D01E666F1E4}"/>
              </a:ext>
            </a:extLst>
          </p:cNvPr>
          <p:cNvSpPr txBox="1"/>
          <p:nvPr/>
        </p:nvSpPr>
        <p:spPr>
          <a:xfrm>
            <a:off x="0" y="179294"/>
            <a:ext cx="4625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使い方１：ニュースを聞く</a:t>
            </a:r>
            <a:endParaRPr lang="en-US" altLang="ja-JP"/>
          </a:p>
          <a:p>
            <a:endParaRPr kumimoji="1" lang="en-US" altLang="ja-JP"/>
          </a:p>
          <a:p>
            <a:r>
              <a:rPr lang="ja-JP" altLang="en-US"/>
              <a:t>①ニュースソースを選ぶ</a:t>
            </a:r>
            <a:endParaRPr lang="en-US" altLang="ja-JP"/>
          </a:p>
          <a:p>
            <a:r>
              <a:rPr lang="ja-JP" altLang="en-US"/>
              <a:t>②ニュースを選ぶ</a:t>
            </a:r>
            <a:endParaRPr lang="en-US" altLang="ja-JP"/>
          </a:p>
          <a:p>
            <a:r>
              <a:rPr lang="ja-JP" altLang="en-US"/>
              <a:t>③読み上げ開始！</a:t>
            </a:r>
            <a:endParaRPr lang="en-US" altLang="ja-JP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9DF969E0-F937-B880-2320-731F88E226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65" b="41046"/>
          <a:stretch>
            <a:fillRect/>
          </a:stretch>
        </p:blipFill>
        <p:spPr>
          <a:xfrm>
            <a:off x="7752184" y="733146"/>
            <a:ext cx="3086100" cy="1981201"/>
          </a:xfrm>
          <a:prstGeom prst="rect">
            <a:avLst/>
          </a:prstGeom>
        </p:spPr>
      </p:pic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F036553A-2D6C-F040-0A60-9312F2620753}"/>
              </a:ext>
            </a:extLst>
          </p:cNvPr>
          <p:cNvGrpSpPr/>
          <p:nvPr/>
        </p:nvGrpSpPr>
        <p:grpSpPr>
          <a:xfrm rot="16200000">
            <a:off x="4997275" y="1608328"/>
            <a:ext cx="672353" cy="523220"/>
            <a:chOff x="6338046" y="896471"/>
            <a:chExt cx="672353" cy="523220"/>
          </a:xfrm>
        </p:grpSpPr>
        <p:sp>
          <p:nvSpPr>
            <p:cNvPr id="24" name="楕円 23">
              <a:extLst>
                <a:ext uri="{FF2B5EF4-FFF2-40B4-BE49-F238E27FC236}">
                  <a16:creationId xmlns:a16="http://schemas.microsoft.com/office/drawing/2014/main" id="{0D56F6F7-32B5-C4E4-EE71-A3A1843CE7A8}"/>
                </a:ext>
              </a:extLst>
            </p:cNvPr>
            <p:cNvSpPr/>
            <p:nvPr/>
          </p:nvSpPr>
          <p:spPr>
            <a:xfrm>
              <a:off x="6736277" y="1010911"/>
              <a:ext cx="216000" cy="216000"/>
            </a:xfrm>
            <a:prstGeom prst="ellipse">
              <a:avLst/>
            </a:prstGeom>
            <a:noFill/>
            <a:ln w="28575">
              <a:solidFill>
                <a:srgbClr val="FF7C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1F3E21C8-1217-F30C-113B-85AA9CC5BDF7}"/>
                </a:ext>
              </a:extLst>
            </p:cNvPr>
            <p:cNvSpPr txBox="1"/>
            <p:nvPr/>
          </p:nvSpPr>
          <p:spPr>
            <a:xfrm>
              <a:off x="6338046" y="896471"/>
              <a:ext cx="6723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800"/>
                <a:t>👉</a:t>
              </a: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B5B4D121-4E44-3278-0E06-E22252C943B3}"/>
              </a:ext>
            </a:extLst>
          </p:cNvPr>
          <p:cNvGrpSpPr/>
          <p:nvPr/>
        </p:nvGrpSpPr>
        <p:grpSpPr>
          <a:xfrm rot="16200000">
            <a:off x="9211190" y="1608329"/>
            <a:ext cx="672353" cy="523220"/>
            <a:chOff x="6338046" y="896471"/>
            <a:chExt cx="672353" cy="523220"/>
          </a:xfrm>
        </p:grpSpPr>
        <p:sp>
          <p:nvSpPr>
            <p:cNvPr id="27" name="楕円 26">
              <a:extLst>
                <a:ext uri="{FF2B5EF4-FFF2-40B4-BE49-F238E27FC236}">
                  <a16:creationId xmlns:a16="http://schemas.microsoft.com/office/drawing/2014/main" id="{669303D7-1210-397A-BEB8-DC65693DEAB1}"/>
                </a:ext>
              </a:extLst>
            </p:cNvPr>
            <p:cNvSpPr/>
            <p:nvPr/>
          </p:nvSpPr>
          <p:spPr>
            <a:xfrm>
              <a:off x="6736277" y="1010911"/>
              <a:ext cx="216000" cy="216000"/>
            </a:xfrm>
            <a:prstGeom prst="ellipse">
              <a:avLst/>
            </a:prstGeom>
            <a:noFill/>
            <a:ln w="28575">
              <a:solidFill>
                <a:srgbClr val="FF7C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C488BFDB-949D-4F5E-0ED7-E480672777D3}"/>
                </a:ext>
              </a:extLst>
            </p:cNvPr>
            <p:cNvSpPr txBox="1"/>
            <p:nvPr/>
          </p:nvSpPr>
          <p:spPr>
            <a:xfrm>
              <a:off x="6338046" y="896471"/>
              <a:ext cx="6723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800"/>
                <a:t>👉</a:t>
              </a:r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6DBD6F53-110A-46A3-7E0D-87B0D51EC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139"/>
          <a:stretch>
            <a:fillRect/>
          </a:stretch>
        </p:blipFill>
        <p:spPr>
          <a:xfrm>
            <a:off x="3791744" y="3501008"/>
            <a:ext cx="3086100" cy="2870805"/>
          </a:xfrm>
          <a:prstGeom prst="rect">
            <a:avLst/>
          </a:prstGeom>
        </p:spPr>
      </p:pic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E1A65EF1-EA79-96FB-AB3E-9D4CA013F23B}"/>
              </a:ext>
            </a:extLst>
          </p:cNvPr>
          <p:cNvGrpSpPr/>
          <p:nvPr/>
        </p:nvGrpSpPr>
        <p:grpSpPr>
          <a:xfrm rot="16200000">
            <a:off x="5733402" y="4583686"/>
            <a:ext cx="672353" cy="523220"/>
            <a:chOff x="6338046" y="896471"/>
            <a:chExt cx="672353" cy="523220"/>
          </a:xfrm>
        </p:grpSpPr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B3DFE468-0FC4-EEB4-1AB2-27C4195AFD77}"/>
                </a:ext>
              </a:extLst>
            </p:cNvPr>
            <p:cNvSpPr/>
            <p:nvPr/>
          </p:nvSpPr>
          <p:spPr>
            <a:xfrm>
              <a:off x="6736277" y="1010911"/>
              <a:ext cx="216000" cy="216000"/>
            </a:xfrm>
            <a:prstGeom prst="ellipse">
              <a:avLst/>
            </a:prstGeom>
            <a:noFill/>
            <a:ln w="28575">
              <a:solidFill>
                <a:srgbClr val="FF7C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4974A751-C091-38A4-69DB-1F8E206D62EB}"/>
                </a:ext>
              </a:extLst>
            </p:cNvPr>
            <p:cNvSpPr txBox="1"/>
            <p:nvPr/>
          </p:nvSpPr>
          <p:spPr>
            <a:xfrm>
              <a:off x="6338046" y="896471"/>
              <a:ext cx="6723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800"/>
                <a:t>👉</a:t>
              </a:r>
            </a:p>
          </p:txBody>
        </p:sp>
      </p:grpSp>
      <p:pic>
        <p:nvPicPr>
          <p:cNvPr id="19" name="図 18">
            <a:extLst>
              <a:ext uri="{FF2B5EF4-FFF2-40B4-BE49-F238E27FC236}">
                <a16:creationId xmlns:a16="http://schemas.microsoft.com/office/drawing/2014/main" id="{BA70DDDC-50B1-1E5C-0211-CA3B4C7C31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33" b="32461"/>
          <a:stretch>
            <a:fillRect/>
          </a:stretch>
        </p:blipFill>
        <p:spPr>
          <a:xfrm>
            <a:off x="7752184" y="3717032"/>
            <a:ext cx="3086100" cy="2606469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CF826F45-FA5A-B9F0-FF0F-B62281B66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139"/>
          <a:stretch>
            <a:fillRect/>
          </a:stretch>
        </p:blipFill>
        <p:spPr>
          <a:xfrm>
            <a:off x="335360" y="3573016"/>
            <a:ext cx="3086100" cy="2870805"/>
          </a:xfrm>
          <a:prstGeom prst="rect">
            <a:avLst/>
          </a:prstGeom>
        </p:spPr>
      </p:pic>
      <p:sp>
        <p:nvSpPr>
          <p:cNvPr id="8" name="楕円 7">
            <a:extLst>
              <a:ext uri="{FF2B5EF4-FFF2-40B4-BE49-F238E27FC236}">
                <a16:creationId xmlns:a16="http://schemas.microsoft.com/office/drawing/2014/main" id="{EB83A7A8-34F9-5147-C817-7724C35881FF}"/>
              </a:ext>
            </a:extLst>
          </p:cNvPr>
          <p:cNvSpPr/>
          <p:nvPr/>
        </p:nvSpPr>
        <p:spPr>
          <a:xfrm rot="16200000">
            <a:off x="3096778" y="3989316"/>
            <a:ext cx="288000" cy="288000"/>
          </a:xfrm>
          <a:prstGeom prst="ellipse">
            <a:avLst/>
          </a:prstGeom>
          <a:noFill/>
          <a:ln w="28575">
            <a:solidFill>
              <a:srgbClr val="FF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CC5F45B-7EBE-FB15-AA21-426EB1C83D74}"/>
              </a:ext>
            </a:extLst>
          </p:cNvPr>
          <p:cNvSpPr txBox="1"/>
          <p:nvPr/>
        </p:nvSpPr>
        <p:spPr>
          <a:xfrm rot="16200000">
            <a:off x="2925089" y="4143093"/>
            <a:ext cx="672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👉</a:t>
            </a:r>
          </a:p>
        </p:txBody>
      </p:sp>
    </p:spTree>
    <p:extLst>
      <p:ext uri="{BB962C8B-B14F-4D97-AF65-F5344CB8AC3E}">
        <p14:creationId xmlns:p14="http://schemas.microsoft.com/office/powerpoint/2010/main" val="3841652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9705557-C2EC-90F1-9760-E4684BF325F8}"/>
              </a:ext>
            </a:extLst>
          </p:cNvPr>
          <p:cNvSpPr txBox="1"/>
          <p:nvPr/>
        </p:nvSpPr>
        <p:spPr>
          <a:xfrm>
            <a:off x="3495675" y="293594"/>
            <a:ext cx="525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ホームでニュースソースを選べる・増やせる</a:t>
            </a:r>
            <a:endParaRPr lang="en-US" altLang="ja-JP"/>
          </a:p>
          <a:p>
            <a:r>
              <a:rPr lang="ja-JP" altLang="en-US"/>
              <a:t>記事一覧で、ニュースを選べる</a:t>
            </a:r>
            <a:endParaRPr lang="en-US" altLang="ja-JP"/>
          </a:p>
          <a:p>
            <a:r>
              <a:rPr lang="ja-JP" altLang="en-US"/>
              <a:t>読み上げで、読む文章を選べる</a:t>
            </a:r>
            <a:endParaRPr lang="en-US" altLang="ja-JP"/>
          </a:p>
          <a:p>
            <a:r>
              <a:rPr lang="en-US" altLang="ja-JP"/>
              <a:t>HP</a:t>
            </a:r>
            <a:r>
              <a:rPr lang="ja-JP" altLang="en-US"/>
              <a:t>で、元の</a:t>
            </a:r>
            <a:r>
              <a:rPr lang="en-US" altLang="ja-JP"/>
              <a:t>HP</a:t>
            </a:r>
            <a:r>
              <a:rPr lang="ja-JP" altLang="en-US"/>
              <a:t>を表示できる</a:t>
            </a:r>
            <a:endParaRPr lang="en-US" altLang="ja-JP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58D2698-028B-5AB4-C69A-EBF92A6EA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67" b="5277"/>
          <a:stretch>
            <a:fillRect/>
          </a:stretch>
        </p:blipFill>
        <p:spPr>
          <a:xfrm>
            <a:off x="1914525" y="1743075"/>
            <a:ext cx="802386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679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22DE5BB7-C7E3-1C93-67F3-3A4CB4883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72" b="26480"/>
          <a:stretch>
            <a:fillRect/>
          </a:stretch>
        </p:blipFill>
        <p:spPr>
          <a:xfrm>
            <a:off x="4727848" y="1916832"/>
            <a:ext cx="3086100" cy="279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171D047-8286-328B-3393-2CAEF360C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5" b="48037"/>
          <a:stretch>
            <a:fillRect/>
          </a:stretch>
        </p:blipFill>
        <p:spPr>
          <a:xfrm>
            <a:off x="983432" y="1988840"/>
            <a:ext cx="3086100" cy="3151068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7448026-5F5B-8CEA-AC31-D1240ECECB23}"/>
              </a:ext>
            </a:extLst>
          </p:cNvPr>
          <p:cNvSpPr txBox="1"/>
          <p:nvPr/>
        </p:nvSpPr>
        <p:spPr>
          <a:xfrm>
            <a:off x="0" y="179294"/>
            <a:ext cx="4625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使い方２：</a:t>
            </a:r>
            <a:r>
              <a:rPr lang="en-US" altLang="ja-JP"/>
              <a:t>Web</a:t>
            </a:r>
            <a:r>
              <a:rPr lang="ja-JP" altLang="en-US"/>
              <a:t>を取り込む</a:t>
            </a:r>
            <a:endParaRPr lang="en-US" altLang="ja-JP"/>
          </a:p>
          <a:p>
            <a:endParaRPr kumimoji="1" lang="en-US" altLang="ja-JP"/>
          </a:p>
          <a:p>
            <a:r>
              <a:rPr lang="ja-JP" altLang="en-US"/>
              <a:t>①ブラウザ（</a:t>
            </a:r>
            <a:r>
              <a:rPr lang="en-US" altLang="ja-JP"/>
              <a:t>Chrome</a:t>
            </a:r>
            <a:r>
              <a:rPr lang="ja-JP" altLang="en-US"/>
              <a:t>）で</a:t>
            </a:r>
            <a:r>
              <a:rPr lang="en-US" altLang="ja-JP"/>
              <a:t>HP</a:t>
            </a:r>
            <a:r>
              <a:rPr lang="ja-JP" altLang="en-US"/>
              <a:t>を開く</a:t>
            </a:r>
            <a:endParaRPr lang="en-US" altLang="ja-JP"/>
          </a:p>
          <a:p>
            <a:r>
              <a:rPr lang="ja-JP" altLang="en-US"/>
              <a:t>②三から共有する</a:t>
            </a:r>
            <a:endParaRPr lang="en-US" altLang="ja-JP"/>
          </a:p>
          <a:p>
            <a:r>
              <a:rPr lang="ja-JP" altLang="en-US"/>
              <a:t>③読み上げ開始！</a:t>
            </a:r>
            <a:endParaRPr lang="en-US" altLang="ja-JP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F22C3B58-655C-137C-673D-9588104191DE}"/>
              </a:ext>
            </a:extLst>
          </p:cNvPr>
          <p:cNvSpPr/>
          <p:nvPr/>
        </p:nvSpPr>
        <p:spPr>
          <a:xfrm rot="16200000">
            <a:off x="3726056" y="1990472"/>
            <a:ext cx="288000" cy="288000"/>
          </a:xfrm>
          <a:prstGeom prst="ellipse">
            <a:avLst/>
          </a:prstGeom>
          <a:noFill/>
          <a:ln w="28575">
            <a:solidFill>
              <a:srgbClr val="FF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B0BF613-C624-B3F3-B10E-E651846AEF60}"/>
              </a:ext>
            </a:extLst>
          </p:cNvPr>
          <p:cNvSpPr txBox="1"/>
          <p:nvPr/>
        </p:nvSpPr>
        <p:spPr>
          <a:xfrm rot="16200000">
            <a:off x="3554367" y="2144249"/>
            <a:ext cx="672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👉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359588D5-377F-C5EE-9318-86E82153E092}"/>
              </a:ext>
            </a:extLst>
          </p:cNvPr>
          <p:cNvSpPr/>
          <p:nvPr/>
        </p:nvSpPr>
        <p:spPr>
          <a:xfrm rot="16200000">
            <a:off x="7417259" y="3709830"/>
            <a:ext cx="288000" cy="288000"/>
          </a:xfrm>
          <a:prstGeom prst="ellipse">
            <a:avLst/>
          </a:prstGeom>
          <a:noFill/>
          <a:ln w="28575">
            <a:solidFill>
              <a:srgbClr val="FF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6CC16A9-F3EA-1B11-44B3-F7446E0F1AC3}"/>
              </a:ext>
            </a:extLst>
          </p:cNvPr>
          <p:cNvSpPr txBox="1"/>
          <p:nvPr/>
        </p:nvSpPr>
        <p:spPr>
          <a:xfrm rot="16200000">
            <a:off x="7245570" y="3863607"/>
            <a:ext cx="672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👉</a:t>
            </a:r>
          </a:p>
        </p:txBody>
      </p:sp>
    </p:spTree>
    <p:extLst>
      <p:ext uri="{BB962C8B-B14F-4D97-AF65-F5344CB8AC3E}">
        <p14:creationId xmlns:p14="http://schemas.microsoft.com/office/powerpoint/2010/main" val="115561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0541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6B02DE35-A0B0-B1D0-83BA-00E31BD79AD6}"/>
              </a:ext>
            </a:extLst>
          </p:cNvPr>
          <p:cNvGrpSpPr/>
          <p:nvPr/>
        </p:nvGrpSpPr>
        <p:grpSpPr>
          <a:xfrm>
            <a:off x="9768408" y="260648"/>
            <a:ext cx="1987720" cy="1800200"/>
            <a:chOff x="2783633" y="980728"/>
            <a:chExt cx="3816423" cy="3456384"/>
          </a:xfrm>
        </p:grpSpPr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CE881C4B-4E5D-23FD-86F0-075C79D83C21}"/>
                </a:ext>
              </a:extLst>
            </p:cNvPr>
            <p:cNvSpPr/>
            <p:nvPr/>
          </p:nvSpPr>
          <p:spPr>
            <a:xfrm>
              <a:off x="3215680" y="1268760"/>
              <a:ext cx="2880000" cy="2880000"/>
            </a:xfrm>
            <a:prstGeom prst="ellipse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楕円 22">
              <a:extLst>
                <a:ext uri="{FF2B5EF4-FFF2-40B4-BE49-F238E27FC236}">
                  <a16:creationId xmlns:a16="http://schemas.microsoft.com/office/drawing/2014/main" id="{A3CB064E-9DBF-66FA-1212-1F0A43C3813D}"/>
                </a:ext>
              </a:extLst>
            </p:cNvPr>
            <p:cNvSpPr/>
            <p:nvPr/>
          </p:nvSpPr>
          <p:spPr>
            <a:xfrm>
              <a:off x="3791424" y="1268760"/>
              <a:ext cx="1728512" cy="2880000"/>
            </a:xfrm>
            <a:prstGeom prst="ellipse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A98F2A59-81E8-F866-068A-FBCEDE2F458E}"/>
                </a:ext>
              </a:extLst>
            </p:cNvPr>
            <p:cNvCxnSpPr>
              <a:stCxn id="22" idx="2"/>
              <a:endCxn id="22" idx="6"/>
            </p:cNvCxnSpPr>
            <p:nvPr/>
          </p:nvCxnSpPr>
          <p:spPr>
            <a:xfrm>
              <a:off x="3215680" y="2708760"/>
              <a:ext cx="2880000" cy="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0DB76BB2-7505-83B7-8979-6FE85C469355}"/>
                </a:ext>
              </a:extLst>
            </p:cNvPr>
            <p:cNvCxnSpPr>
              <a:cxnSpLocks/>
              <a:stCxn id="23" idx="0"/>
              <a:endCxn id="23" idx="4"/>
            </p:cNvCxnSpPr>
            <p:nvPr/>
          </p:nvCxnSpPr>
          <p:spPr>
            <a:xfrm>
              <a:off x="4655680" y="1268760"/>
              <a:ext cx="0" cy="288000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円弧 25">
              <a:extLst>
                <a:ext uri="{FF2B5EF4-FFF2-40B4-BE49-F238E27FC236}">
                  <a16:creationId xmlns:a16="http://schemas.microsoft.com/office/drawing/2014/main" id="{24AD6524-B89B-60F6-F16A-E5D88DC18E76}"/>
                </a:ext>
              </a:extLst>
            </p:cNvPr>
            <p:cNvSpPr/>
            <p:nvPr/>
          </p:nvSpPr>
          <p:spPr>
            <a:xfrm flipV="1">
              <a:off x="3287688" y="980728"/>
              <a:ext cx="2736304" cy="1080120"/>
            </a:xfrm>
            <a:prstGeom prst="arc">
              <a:avLst>
                <a:gd name="adj1" fmla="val 11696102"/>
                <a:gd name="adj2" fmla="val 20659846"/>
              </a:avLst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円弧 26">
              <a:extLst>
                <a:ext uri="{FF2B5EF4-FFF2-40B4-BE49-F238E27FC236}">
                  <a16:creationId xmlns:a16="http://schemas.microsoft.com/office/drawing/2014/main" id="{333A4E9B-58AF-37EC-52AF-F24878F39D1C}"/>
                </a:ext>
              </a:extLst>
            </p:cNvPr>
            <p:cNvSpPr/>
            <p:nvPr/>
          </p:nvSpPr>
          <p:spPr>
            <a:xfrm rot="10800000" flipV="1">
              <a:off x="3287688" y="3356992"/>
              <a:ext cx="2736304" cy="1080120"/>
            </a:xfrm>
            <a:prstGeom prst="arc">
              <a:avLst>
                <a:gd name="adj1" fmla="val 11720544"/>
                <a:gd name="adj2" fmla="val 20759633"/>
              </a:avLst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3B345917-E99F-C020-287A-E22CEAD1FAA8}"/>
                </a:ext>
              </a:extLst>
            </p:cNvPr>
            <p:cNvGrpSpPr/>
            <p:nvPr/>
          </p:nvGrpSpPr>
          <p:grpSpPr>
            <a:xfrm>
              <a:off x="3503712" y="1268760"/>
              <a:ext cx="3096344" cy="2880320"/>
              <a:chOff x="3503712" y="1268760"/>
              <a:chExt cx="3096344" cy="2880320"/>
            </a:xfrm>
          </p:grpSpPr>
          <p:sp>
            <p:nvSpPr>
              <p:cNvPr id="32" name="円弧 31">
                <a:extLst>
                  <a:ext uri="{FF2B5EF4-FFF2-40B4-BE49-F238E27FC236}">
                    <a16:creationId xmlns:a16="http://schemas.microsoft.com/office/drawing/2014/main" id="{BB0C1C75-4351-5BC2-2925-891737948DE9}"/>
                  </a:ext>
                </a:extLst>
              </p:cNvPr>
              <p:cNvSpPr/>
              <p:nvPr/>
            </p:nvSpPr>
            <p:spPr>
              <a:xfrm rot="16200000" flipV="1">
                <a:off x="3503712" y="1268760"/>
                <a:ext cx="2880320" cy="2880320"/>
              </a:xfrm>
              <a:prstGeom prst="arc">
                <a:avLst>
                  <a:gd name="adj1" fmla="val 14690949"/>
                  <a:gd name="adj2" fmla="val 17653756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3" name="円弧 32">
                <a:extLst>
                  <a:ext uri="{FF2B5EF4-FFF2-40B4-BE49-F238E27FC236}">
                    <a16:creationId xmlns:a16="http://schemas.microsoft.com/office/drawing/2014/main" id="{50EB7DAD-093A-9480-423F-9158C2D5CF7C}"/>
                  </a:ext>
                </a:extLst>
              </p:cNvPr>
              <p:cNvSpPr/>
              <p:nvPr/>
            </p:nvSpPr>
            <p:spPr>
              <a:xfrm rot="16200000" flipV="1">
                <a:off x="3719736" y="1268760"/>
                <a:ext cx="2880320" cy="2880320"/>
              </a:xfrm>
              <a:prstGeom prst="arc">
                <a:avLst>
                  <a:gd name="adj1" fmla="val 13922304"/>
                  <a:gd name="adj2" fmla="val 18382832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0D39FDD6-DCE8-F537-F5C2-F3C0F4E43C04}"/>
                </a:ext>
              </a:extLst>
            </p:cNvPr>
            <p:cNvGrpSpPr/>
            <p:nvPr/>
          </p:nvGrpSpPr>
          <p:grpSpPr>
            <a:xfrm rot="10800000">
              <a:off x="2783633" y="1340767"/>
              <a:ext cx="3096344" cy="2880320"/>
              <a:chOff x="3503712" y="1268760"/>
              <a:chExt cx="3096344" cy="2880320"/>
            </a:xfrm>
          </p:grpSpPr>
          <p:sp>
            <p:nvSpPr>
              <p:cNvPr id="30" name="円弧 29">
                <a:extLst>
                  <a:ext uri="{FF2B5EF4-FFF2-40B4-BE49-F238E27FC236}">
                    <a16:creationId xmlns:a16="http://schemas.microsoft.com/office/drawing/2014/main" id="{17118F74-29FB-8575-1574-EE3290E1D8D8}"/>
                  </a:ext>
                </a:extLst>
              </p:cNvPr>
              <p:cNvSpPr/>
              <p:nvPr/>
            </p:nvSpPr>
            <p:spPr>
              <a:xfrm rot="16200000" flipV="1">
                <a:off x="3503712" y="1268760"/>
                <a:ext cx="2880320" cy="2880320"/>
              </a:xfrm>
              <a:prstGeom prst="arc">
                <a:avLst>
                  <a:gd name="adj1" fmla="val 14690949"/>
                  <a:gd name="adj2" fmla="val 17653756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円弧 30">
                <a:extLst>
                  <a:ext uri="{FF2B5EF4-FFF2-40B4-BE49-F238E27FC236}">
                    <a16:creationId xmlns:a16="http://schemas.microsoft.com/office/drawing/2014/main" id="{966D0E79-6B56-BFC1-D987-937DAF362831}"/>
                  </a:ext>
                </a:extLst>
              </p:cNvPr>
              <p:cNvSpPr/>
              <p:nvPr/>
            </p:nvSpPr>
            <p:spPr>
              <a:xfrm rot="16200000" flipV="1">
                <a:off x="3719736" y="1268760"/>
                <a:ext cx="2880320" cy="2880320"/>
              </a:xfrm>
              <a:prstGeom prst="arc">
                <a:avLst>
                  <a:gd name="adj1" fmla="val 13922304"/>
                  <a:gd name="adj2" fmla="val 18382832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EACDF45C-8504-B931-4FC6-20910D936AE0}"/>
              </a:ext>
            </a:extLst>
          </p:cNvPr>
          <p:cNvGrpSpPr/>
          <p:nvPr/>
        </p:nvGrpSpPr>
        <p:grpSpPr>
          <a:xfrm>
            <a:off x="2783632" y="836712"/>
            <a:ext cx="3744416" cy="3744416"/>
            <a:chOff x="2783632" y="836712"/>
            <a:chExt cx="3744416" cy="3744416"/>
          </a:xfrm>
        </p:grpSpPr>
        <p:sp>
          <p:nvSpPr>
            <p:cNvPr id="72" name="楕円 71">
              <a:extLst>
                <a:ext uri="{FF2B5EF4-FFF2-40B4-BE49-F238E27FC236}">
                  <a16:creationId xmlns:a16="http://schemas.microsoft.com/office/drawing/2014/main" id="{0B276A16-3ED5-15E4-ADF4-8E25F28BD15E}"/>
                </a:ext>
              </a:extLst>
            </p:cNvPr>
            <p:cNvSpPr/>
            <p:nvPr/>
          </p:nvSpPr>
          <p:spPr>
            <a:xfrm>
              <a:off x="3215680" y="1268760"/>
              <a:ext cx="2880000" cy="2880000"/>
            </a:xfrm>
            <a:prstGeom prst="ellipse">
              <a:avLst/>
            </a:pr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楕円 1">
              <a:extLst>
                <a:ext uri="{FF2B5EF4-FFF2-40B4-BE49-F238E27FC236}">
                  <a16:creationId xmlns:a16="http://schemas.microsoft.com/office/drawing/2014/main" id="{74126DBA-7A31-A5C4-8466-ED47E006498A}"/>
                </a:ext>
              </a:extLst>
            </p:cNvPr>
            <p:cNvSpPr/>
            <p:nvPr/>
          </p:nvSpPr>
          <p:spPr>
            <a:xfrm>
              <a:off x="3215680" y="1268760"/>
              <a:ext cx="2880000" cy="288000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楕円 2">
              <a:extLst>
                <a:ext uri="{FF2B5EF4-FFF2-40B4-BE49-F238E27FC236}">
                  <a16:creationId xmlns:a16="http://schemas.microsoft.com/office/drawing/2014/main" id="{5412F451-61E7-C9AF-3F4C-25230C34A84A}"/>
                </a:ext>
              </a:extLst>
            </p:cNvPr>
            <p:cNvSpPr/>
            <p:nvPr/>
          </p:nvSpPr>
          <p:spPr>
            <a:xfrm>
              <a:off x="3791424" y="1268760"/>
              <a:ext cx="1728512" cy="288000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339A8B42-9FEC-636F-6BC6-9569E2FC6CA4}"/>
                </a:ext>
              </a:extLst>
            </p:cNvPr>
            <p:cNvCxnSpPr>
              <a:cxnSpLocks/>
              <a:stCxn id="2" idx="2"/>
              <a:endCxn id="2" idx="6"/>
            </p:cNvCxnSpPr>
            <p:nvPr/>
          </p:nvCxnSpPr>
          <p:spPr>
            <a:xfrm>
              <a:off x="3215680" y="2708760"/>
              <a:ext cx="2880000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8BA4B13A-F2A5-76C9-20AA-AEFC22FAB802}"/>
                </a:ext>
              </a:extLst>
            </p:cNvPr>
            <p:cNvCxnSpPr>
              <a:cxnSpLocks/>
              <a:stCxn id="3" idx="0"/>
              <a:endCxn id="3" idx="4"/>
            </p:cNvCxnSpPr>
            <p:nvPr/>
          </p:nvCxnSpPr>
          <p:spPr>
            <a:xfrm>
              <a:off x="4655680" y="1268760"/>
              <a:ext cx="0" cy="288000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円弧 11">
              <a:extLst>
                <a:ext uri="{FF2B5EF4-FFF2-40B4-BE49-F238E27FC236}">
                  <a16:creationId xmlns:a16="http://schemas.microsoft.com/office/drawing/2014/main" id="{5BDF1E3F-3FA5-936A-9709-3C79A09A3BBD}"/>
                </a:ext>
              </a:extLst>
            </p:cNvPr>
            <p:cNvSpPr/>
            <p:nvPr/>
          </p:nvSpPr>
          <p:spPr>
            <a:xfrm flipV="1">
              <a:off x="3287688" y="980728"/>
              <a:ext cx="2736304" cy="1080120"/>
            </a:xfrm>
            <a:prstGeom prst="arc">
              <a:avLst>
                <a:gd name="adj1" fmla="val 11696102"/>
                <a:gd name="adj2" fmla="val 20659846"/>
              </a:avLst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円弧 12">
              <a:extLst>
                <a:ext uri="{FF2B5EF4-FFF2-40B4-BE49-F238E27FC236}">
                  <a16:creationId xmlns:a16="http://schemas.microsoft.com/office/drawing/2014/main" id="{741DEBE0-4FEB-B3FE-29AD-E5E05EB7319A}"/>
                </a:ext>
              </a:extLst>
            </p:cNvPr>
            <p:cNvSpPr/>
            <p:nvPr/>
          </p:nvSpPr>
          <p:spPr>
            <a:xfrm rot="10800000" flipV="1">
              <a:off x="3287688" y="3356992"/>
              <a:ext cx="2736304" cy="1080120"/>
            </a:xfrm>
            <a:prstGeom prst="arc">
              <a:avLst>
                <a:gd name="adj1" fmla="val 11720544"/>
                <a:gd name="adj2" fmla="val 20759633"/>
              </a:avLst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792F7412-ED80-6A94-E3DB-65A2D14F8B68}"/>
                </a:ext>
              </a:extLst>
            </p:cNvPr>
            <p:cNvGrpSpPr/>
            <p:nvPr/>
          </p:nvGrpSpPr>
          <p:grpSpPr>
            <a:xfrm>
              <a:off x="2783632" y="836712"/>
              <a:ext cx="3744416" cy="3744416"/>
              <a:chOff x="2783632" y="836712"/>
              <a:chExt cx="3744416" cy="3744416"/>
            </a:xfrm>
          </p:grpSpPr>
          <p:sp>
            <p:nvSpPr>
              <p:cNvPr id="15" name="円弧 14">
                <a:extLst>
                  <a:ext uri="{FF2B5EF4-FFF2-40B4-BE49-F238E27FC236}">
                    <a16:creationId xmlns:a16="http://schemas.microsoft.com/office/drawing/2014/main" id="{88303419-F9B8-B85B-9E6A-70F3A6F2DA27}"/>
                  </a:ext>
                </a:extLst>
              </p:cNvPr>
              <p:cNvSpPr/>
              <p:nvPr/>
            </p:nvSpPr>
            <p:spPr>
              <a:xfrm rot="16200000" flipV="1">
                <a:off x="2999656" y="1052736"/>
                <a:ext cx="3312368" cy="3312368"/>
              </a:xfrm>
              <a:prstGeom prst="arc">
                <a:avLst>
                  <a:gd name="adj1" fmla="val 14548556"/>
                  <a:gd name="adj2" fmla="val 17761163"/>
                </a:avLst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3" name="円弧 52">
                <a:extLst>
                  <a:ext uri="{FF2B5EF4-FFF2-40B4-BE49-F238E27FC236}">
                    <a16:creationId xmlns:a16="http://schemas.microsoft.com/office/drawing/2014/main" id="{7308EFBD-EFA6-3C0F-6EEF-EAB28162AA53}"/>
                  </a:ext>
                </a:extLst>
              </p:cNvPr>
              <p:cNvSpPr/>
              <p:nvPr/>
            </p:nvSpPr>
            <p:spPr>
              <a:xfrm rot="16200000" flipV="1">
                <a:off x="2783632" y="836712"/>
                <a:ext cx="3744416" cy="3744416"/>
              </a:xfrm>
              <a:prstGeom prst="arc">
                <a:avLst>
                  <a:gd name="adj1" fmla="val 14548556"/>
                  <a:gd name="adj2" fmla="val 17761163"/>
                </a:avLst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55" name="グループ化 54">
              <a:extLst>
                <a:ext uri="{FF2B5EF4-FFF2-40B4-BE49-F238E27FC236}">
                  <a16:creationId xmlns:a16="http://schemas.microsoft.com/office/drawing/2014/main" id="{F56C7AEB-3B49-A678-BBDC-45D71014E579}"/>
                </a:ext>
              </a:extLst>
            </p:cNvPr>
            <p:cNvGrpSpPr/>
            <p:nvPr/>
          </p:nvGrpSpPr>
          <p:grpSpPr>
            <a:xfrm rot="10800000">
              <a:off x="2783632" y="836712"/>
              <a:ext cx="3744416" cy="3744416"/>
              <a:chOff x="2783632" y="836712"/>
              <a:chExt cx="3744416" cy="3744416"/>
            </a:xfrm>
          </p:grpSpPr>
          <p:sp>
            <p:nvSpPr>
              <p:cNvPr id="56" name="円弧 55">
                <a:extLst>
                  <a:ext uri="{FF2B5EF4-FFF2-40B4-BE49-F238E27FC236}">
                    <a16:creationId xmlns:a16="http://schemas.microsoft.com/office/drawing/2014/main" id="{CBE5D8DC-6F9E-E0F7-D60F-E8F689A5F9E4}"/>
                  </a:ext>
                </a:extLst>
              </p:cNvPr>
              <p:cNvSpPr/>
              <p:nvPr/>
            </p:nvSpPr>
            <p:spPr>
              <a:xfrm rot="16200000" flipV="1">
                <a:off x="2999656" y="1052736"/>
                <a:ext cx="3312368" cy="3312368"/>
              </a:xfrm>
              <a:prstGeom prst="arc">
                <a:avLst>
                  <a:gd name="adj1" fmla="val 14548556"/>
                  <a:gd name="adj2" fmla="val 17761163"/>
                </a:avLst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円弧 56">
                <a:extLst>
                  <a:ext uri="{FF2B5EF4-FFF2-40B4-BE49-F238E27FC236}">
                    <a16:creationId xmlns:a16="http://schemas.microsoft.com/office/drawing/2014/main" id="{ED49D76E-A6DE-2818-634B-CC7E65D803CB}"/>
                  </a:ext>
                </a:extLst>
              </p:cNvPr>
              <p:cNvSpPr/>
              <p:nvPr/>
            </p:nvSpPr>
            <p:spPr>
              <a:xfrm rot="16200000" flipV="1">
                <a:off x="2783632" y="836712"/>
                <a:ext cx="3744416" cy="3744416"/>
              </a:xfrm>
              <a:prstGeom prst="arc">
                <a:avLst>
                  <a:gd name="adj1" fmla="val 14548556"/>
                  <a:gd name="adj2" fmla="val 17761163"/>
                </a:avLst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60" name="楕円 59">
            <a:extLst>
              <a:ext uri="{FF2B5EF4-FFF2-40B4-BE49-F238E27FC236}">
                <a16:creationId xmlns:a16="http://schemas.microsoft.com/office/drawing/2014/main" id="{89BF28BB-00C6-9218-282A-716905B28631}"/>
              </a:ext>
            </a:extLst>
          </p:cNvPr>
          <p:cNvSpPr/>
          <p:nvPr/>
        </p:nvSpPr>
        <p:spPr>
          <a:xfrm>
            <a:off x="7752184" y="1988840"/>
            <a:ext cx="1440000" cy="1440000"/>
          </a:xfrm>
          <a:prstGeom prst="ellipse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楕円 60">
            <a:extLst>
              <a:ext uri="{FF2B5EF4-FFF2-40B4-BE49-F238E27FC236}">
                <a16:creationId xmlns:a16="http://schemas.microsoft.com/office/drawing/2014/main" id="{54D90128-C4DA-63A9-46F5-0BBE740B696D}"/>
              </a:ext>
            </a:extLst>
          </p:cNvPr>
          <p:cNvSpPr/>
          <p:nvPr/>
        </p:nvSpPr>
        <p:spPr>
          <a:xfrm>
            <a:off x="8040056" y="1988840"/>
            <a:ext cx="864256" cy="1440000"/>
          </a:xfrm>
          <a:prstGeom prst="ellipse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99A44A2B-B3D3-8952-726A-91351CF26220}"/>
              </a:ext>
            </a:extLst>
          </p:cNvPr>
          <p:cNvCxnSpPr>
            <a:cxnSpLocks/>
            <a:stCxn id="60" idx="2"/>
            <a:endCxn id="60" idx="6"/>
          </p:cNvCxnSpPr>
          <p:nvPr/>
        </p:nvCxnSpPr>
        <p:spPr>
          <a:xfrm>
            <a:off x="7752184" y="2708840"/>
            <a:ext cx="14400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2EA8BEE5-59EA-08FC-2D92-5DF4AFF52576}"/>
              </a:ext>
            </a:extLst>
          </p:cNvPr>
          <p:cNvCxnSpPr>
            <a:cxnSpLocks/>
            <a:stCxn id="61" idx="0"/>
            <a:endCxn id="61" idx="4"/>
          </p:cNvCxnSpPr>
          <p:nvPr/>
        </p:nvCxnSpPr>
        <p:spPr>
          <a:xfrm>
            <a:off x="8472184" y="1988840"/>
            <a:ext cx="0" cy="1440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円弧 63">
            <a:extLst>
              <a:ext uri="{FF2B5EF4-FFF2-40B4-BE49-F238E27FC236}">
                <a16:creationId xmlns:a16="http://schemas.microsoft.com/office/drawing/2014/main" id="{1E060891-558C-ED28-1443-094ECE187DA7}"/>
              </a:ext>
            </a:extLst>
          </p:cNvPr>
          <p:cNvSpPr/>
          <p:nvPr/>
        </p:nvSpPr>
        <p:spPr>
          <a:xfrm flipV="1">
            <a:off x="7788188" y="1844824"/>
            <a:ext cx="1368152" cy="540060"/>
          </a:xfrm>
          <a:prstGeom prst="arc">
            <a:avLst>
              <a:gd name="adj1" fmla="val 11696102"/>
              <a:gd name="adj2" fmla="val 20659846"/>
            </a:avLst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円弧 64">
            <a:extLst>
              <a:ext uri="{FF2B5EF4-FFF2-40B4-BE49-F238E27FC236}">
                <a16:creationId xmlns:a16="http://schemas.microsoft.com/office/drawing/2014/main" id="{C35FA9B6-94F8-1ECC-2372-733314974C2D}"/>
              </a:ext>
            </a:extLst>
          </p:cNvPr>
          <p:cNvSpPr/>
          <p:nvPr/>
        </p:nvSpPr>
        <p:spPr>
          <a:xfrm rot="10800000" flipV="1">
            <a:off x="7788188" y="3032956"/>
            <a:ext cx="1368152" cy="540060"/>
          </a:xfrm>
          <a:prstGeom prst="arc">
            <a:avLst>
              <a:gd name="adj1" fmla="val 11720544"/>
              <a:gd name="adj2" fmla="val 20759633"/>
            </a:avLst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B1B81D97-153D-D52E-ECED-819BD8754691}"/>
              </a:ext>
            </a:extLst>
          </p:cNvPr>
          <p:cNvGrpSpPr/>
          <p:nvPr/>
        </p:nvGrpSpPr>
        <p:grpSpPr>
          <a:xfrm>
            <a:off x="7536160" y="1772816"/>
            <a:ext cx="1872208" cy="1872208"/>
            <a:chOff x="2783632" y="836712"/>
            <a:chExt cx="3744416" cy="3744416"/>
          </a:xfrm>
        </p:grpSpPr>
        <p:sp>
          <p:nvSpPr>
            <p:cNvPr id="70" name="円弧 69">
              <a:extLst>
                <a:ext uri="{FF2B5EF4-FFF2-40B4-BE49-F238E27FC236}">
                  <a16:creationId xmlns:a16="http://schemas.microsoft.com/office/drawing/2014/main" id="{F754D8EA-0517-1EE6-C2D3-A654195A4731}"/>
                </a:ext>
              </a:extLst>
            </p:cNvPr>
            <p:cNvSpPr/>
            <p:nvPr/>
          </p:nvSpPr>
          <p:spPr>
            <a:xfrm rot="16200000" flipV="1">
              <a:off x="2999656" y="1052736"/>
              <a:ext cx="3312368" cy="3312368"/>
            </a:xfrm>
            <a:prstGeom prst="arc">
              <a:avLst>
                <a:gd name="adj1" fmla="val 14548556"/>
                <a:gd name="adj2" fmla="val 17761163"/>
              </a:avLst>
            </a:prstGeom>
            <a:ln w="762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円弧 70">
              <a:extLst>
                <a:ext uri="{FF2B5EF4-FFF2-40B4-BE49-F238E27FC236}">
                  <a16:creationId xmlns:a16="http://schemas.microsoft.com/office/drawing/2014/main" id="{58D9B525-4658-13A5-914B-DEB274FADB50}"/>
                </a:ext>
              </a:extLst>
            </p:cNvPr>
            <p:cNvSpPr/>
            <p:nvPr/>
          </p:nvSpPr>
          <p:spPr>
            <a:xfrm rot="16200000" flipV="1">
              <a:off x="2783632" y="836712"/>
              <a:ext cx="3744416" cy="3744416"/>
            </a:xfrm>
            <a:prstGeom prst="arc">
              <a:avLst>
                <a:gd name="adj1" fmla="val 14548556"/>
                <a:gd name="adj2" fmla="val 17761163"/>
              </a:avLst>
            </a:prstGeom>
            <a:ln w="762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C96017CC-0D3C-26D9-C616-FD3B1B5A4C6E}"/>
              </a:ext>
            </a:extLst>
          </p:cNvPr>
          <p:cNvGrpSpPr/>
          <p:nvPr/>
        </p:nvGrpSpPr>
        <p:grpSpPr>
          <a:xfrm rot="10800000">
            <a:off x="7536160" y="1772816"/>
            <a:ext cx="1872208" cy="1872208"/>
            <a:chOff x="2783632" y="836712"/>
            <a:chExt cx="3744416" cy="3744416"/>
          </a:xfrm>
        </p:grpSpPr>
        <p:sp>
          <p:nvSpPr>
            <p:cNvPr id="68" name="円弧 67">
              <a:extLst>
                <a:ext uri="{FF2B5EF4-FFF2-40B4-BE49-F238E27FC236}">
                  <a16:creationId xmlns:a16="http://schemas.microsoft.com/office/drawing/2014/main" id="{71B46E5D-98CC-ACB5-9095-03552A776F06}"/>
                </a:ext>
              </a:extLst>
            </p:cNvPr>
            <p:cNvSpPr/>
            <p:nvPr/>
          </p:nvSpPr>
          <p:spPr>
            <a:xfrm rot="16200000" flipV="1">
              <a:off x="2999656" y="1052736"/>
              <a:ext cx="3312368" cy="3312368"/>
            </a:xfrm>
            <a:prstGeom prst="arc">
              <a:avLst>
                <a:gd name="adj1" fmla="val 14548556"/>
                <a:gd name="adj2" fmla="val 17761163"/>
              </a:avLst>
            </a:prstGeom>
            <a:ln w="762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円弧 68">
              <a:extLst>
                <a:ext uri="{FF2B5EF4-FFF2-40B4-BE49-F238E27FC236}">
                  <a16:creationId xmlns:a16="http://schemas.microsoft.com/office/drawing/2014/main" id="{271FCCF8-F738-0C4A-A0C7-C2F324DA83E7}"/>
                </a:ext>
              </a:extLst>
            </p:cNvPr>
            <p:cNvSpPr/>
            <p:nvPr/>
          </p:nvSpPr>
          <p:spPr>
            <a:xfrm rot="16200000" flipV="1">
              <a:off x="2783632" y="836712"/>
              <a:ext cx="3744416" cy="3744416"/>
            </a:xfrm>
            <a:prstGeom prst="arc">
              <a:avLst>
                <a:gd name="adj1" fmla="val 14548556"/>
                <a:gd name="adj2" fmla="val 17761163"/>
              </a:avLst>
            </a:prstGeom>
            <a:ln w="762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D2601C2B-FC61-81C2-6910-CAA2A0969942}"/>
              </a:ext>
            </a:extLst>
          </p:cNvPr>
          <p:cNvGrpSpPr/>
          <p:nvPr/>
        </p:nvGrpSpPr>
        <p:grpSpPr>
          <a:xfrm>
            <a:off x="7536160" y="3789040"/>
            <a:ext cx="1965631" cy="1965631"/>
            <a:chOff x="2783632" y="836712"/>
            <a:chExt cx="3744416" cy="3744416"/>
          </a:xfrm>
        </p:grpSpPr>
        <p:sp>
          <p:nvSpPr>
            <p:cNvPr id="76" name="楕円 75">
              <a:extLst>
                <a:ext uri="{FF2B5EF4-FFF2-40B4-BE49-F238E27FC236}">
                  <a16:creationId xmlns:a16="http://schemas.microsoft.com/office/drawing/2014/main" id="{9FF2D707-C952-51B8-25A4-160AE4F6655C}"/>
                </a:ext>
              </a:extLst>
            </p:cNvPr>
            <p:cNvSpPr/>
            <p:nvPr/>
          </p:nvSpPr>
          <p:spPr>
            <a:xfrm>
              <a:off x="3215680" y="1268760"/>
              <a:ext cx="2880000" cy="2880000"/>
            </a:xfrm>
            <a:prstGeom prst="ellipse">
              <a:avLst/>
            </a:pr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楕円 76">
              <a:extLst>
                <a:ext uri="{FF2B5EF4-FFF2-40B4-BE49-F238E27FC236}">
                  <a16:creationId xmlns:a16="http://schemas.microsoft.com/office/drawing/2014/main" id="{F89DE5DB-08BC-C905-3D9B-191823F8779A}"/>
                </a:ext>
              </a:extLst>
            </p:cNvPr>
            <p:cNvSpPr/>
            <p:nvPr/>
          </p:nvSpPr>
          <p:spPr>
            <a:xfrm>
              <a:off x="3215680" y="1268760"/>
              <a:ext cx="2880000" cy="288000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楕円 77">
              <a:extLst>
                <a:ext uri="{FF2B5EF4-FFF2-40B4-BE49-F238E27FC236}">
                  <a16:creationId xmlns:a16="http://schemas.microsoft.com/office/drawing/2014/main" id="{DDE78CAE-5AB2-5C8A-020D-F6D6089DAE3C}"/>
                </a:ext>
              </a:extLst>
            </p:cNvPr>
            <p:cNvSpPr/>
            <p:nvPr/>
          </p:nvSpPr>
          <p:spPr>
            <a:xfrm>
              <a:off x="3791424" y="1268760"/>
              <a:ext cx="1728512" cy="288000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9" name="直線コネクタ 78">
              <a:extLst>
                <a:ext uri="{FF2B5EF4-FFF2-40B4-BE49-F238E27FC236}">
                  <a16:creationId xmlns:a16="http://schemas.microsoft.com/office/drawing/2014/main" id="{D0CC0217-9675-DD08-7D34-BD5074C50AD8}"/>
                </a:ext>
              </a:extLst>
            </p:cNvPr>
            <p:cNvCxnSpPr>
              <a:cxnSpLocks/>
              <a:stCxn id="77" idx="2"/>
              <a:endCxn id="77" idx="6"/>
            </p:cNvCxnSpPr>
            <p:nvPr/>
          </p:nvCxnSpPr>
          <p:spPr>
            <a:xfrm>
              <a:off x="3215680" y="2708760"/>
              <a:ext cx="2880000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コネクタ 79">
              <a:extLst>
                <a:ext uri="{FF2B5EF4-FFF2-40B4-BE49-F238E27FC236}">
                  <a16:creationId xmlns:a16="http://schemas.microsoft.com/office/drawing/2014/main" id="{1AA2154F-5EB4-DDA7-6418-45D5F482E735}"/>
                </a:ext>
              </a:extLst>
            </p:cNvPr>
            <p:cNvCxnSpPr>
              <a:cxnSpLocks/>
              <a:stCxn id="78" idx="0"/>
              <a:endCxn id="78" idx="4"/>
            </p:cNvCxnSpPr>
            <p:nvPr/>
          </p:nvCxnSpPr>
          <p:spPr>
            <a:xfrm>
              <a:off x="4655680" y="1268760"/>
              <a:ext cx="0" cy="288000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円弧 80">
              <a:extLst>
                <a:ext uri="{FF2B5EF4-FFF2-40B4-BE49-F238E27FC236}">
                  <a16:creationId xmlns:a16="http://schemas.microsoft.com/office/drawing/2014/main" id="{C8EFB8ED-F9F0-0293-2D5E-82AC8658BC88}"/>
                </a:ext>
              </a:extLst>
            </p:cNvPr>
            <p:cNvSpPr/>
            <p:nvPr/>
          </p:nvSpPr>
          <p:spPr>
            <a:xfrm flipV="1">
              <a:off x="3287688" y="980728"/>
              <a:ext cx="2736304" cy="1080120"/>
            </a:xfrm>
            <a:prstGeom prst="arc">
              <a:avLst>
                <a:gd name="adj1" fmla="val 11696102"/>
                <a:gd name="adj2" fmla="val 20659846"/>
              </a:avLst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円弧 81">
              <a:extLst>
                <a:ext uri="{FF2B5EF4-FFF2-40B4-BE49-F238E27FC236}">
                  <a16:creationId xmlns:a16="http://schemas.microsoft.com/office/drawing/2014/main" id="{6FA25A8B-443C-49AC-3650-D69C59CFC6F6}"/>
                </a:ext>
              </a:extLst>
            </p:cNvPr>
            <p:cNvSpPr/>
            <p:nvPr/>
          </p:nvSpPr>
          <p:spPr>
            <a:xfrm rot="10800000" flipV="1">
              <a:off x="3287688" y="3356992"/>
              <a:ext cx="2736304" cy="1080120"/>
            </a:xfrm>
            <a:prstGeom prst="arc">
              <a:avLst>
                <a:gd name="adj1" fmla="val 11720544"/>
                <a:gd name="adj2" fmla="val 20759633"/>
              </a:avLst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83" name="グループ化 82">
              <a:extLst>
                <a:ext uri="{FF2B5EF4-FFF2-40B4-BE49-F238E27FC236}">
                  <a16:creationId xmlns:a16="http://schemas.microsoft.com/office/drawing/2014/main" id="{9411A145-97BA-99D8-0AF4-9F16BCD66E14}"/>
                </a:ext>
              </a:extLst>
            </p:cNvPr>
            <p:cNvGrpSpPr/>
            <p:nvPr/>
          </p:nvGrpSpPr>
          <p:grpSpPr>
            <a:xfrm>
              <a:off x="2783632" y="836712"/>
              <a:ext cx="3744416" cy="3744416"/>
              <a:chOff x="2783632" y="836712"/>
              <a:chExt cx="3744416" cy="3744416"/>
            </a:xfrm>
          </p:grpSpPr>
          <p:sp>
            <p:nvSpPr>
              <p:cNvPr id="87" name="円弧 86">
                <a:extLst>
                  <a:ext uri="{FF2B5EF4-FFF2-40B4-BE49-F238E27FC236}">
                    <a16:creationId xmlns:a16="http://schemas.microsoft.com/office/drawing/2014/main" id="{7933ECF8-33EC-B5A7-BD53-0C5AF63B6906}"/>
                  </a:ext>
                </a:extLst>
              </p:cNvPr>
              <p:cNvSpPr/>
              <p:nvPr/>
            </p:nvSpPr>
            <p:spPr>
              <a:xfrm rot="16200000" flipV="1">
                <a:off x="2999656" y="1052736"/>
                <a:ext cx="3312368" cy="3312368"/>
              </a:xfrm>
              <a:prstGeom prst="arc">
                <a:avLst>
                  <a:gd name="adj1" fmla="val 14548556"/>
                  <a:gd name="adj2" fmla="val 17761163"/>
                </a:avLst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8" name="円弧 87">
                <a:extLst>
                  <a:ext uri="{FF2B5EF4-FFF2-40B4-BE49-F238E27FC236}">
                    <a16:creationId xmlns:a16="http://schemas.microsoft.com/office/drawing/2014/main" id="{294BB5F2-EF00-C069-332A-E27DAB28D551}"/>
                  </a:ext>
                </a:extLst>
              </p:cNvPr>
              <p:cNvSpPr/>
              <p:nvPr/>
            </p:nvSpPr>
            <p:spPr>
              <a:xfrm rot="16200000" flipV="1">
                <a:off x="2783632" y="836712"/>
                <a:ext cx="3744416" cy="3744416"/>
              </a:xfrm>
              <a:prstGeom prst="arc">
                <a:avLst>
                  <a:gd name="adj1" fmla="val 14548556"/>
                  <a:gd name="adj2" fmla="val 17761163"/>
                </a:avLst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84" name="グループ化 83">
              <a:extLst>
                <a:ext uri="{FF2B5EF4-FFF2-40B4-BE49-F238E27FC236}">
                  <a16:creationId xmlns:a16="http://schemas.microsoft.com/office/drawing/2014/main" id="{D83FA6BF-8C39-78B2-E79A-812573CF3F86}"/>
                </a:ext>
              </a:extLst>
            </p:cNvPr>
            <p:cNvGrpSpPr/>
            <p:nvPr/>
          </p:nvGrpSpPr>
          <p:grpSpPr>
            <a:xfrm rot="10800000">
              <a:off x="2783632" y="836712"/>
              <a:ext cx="3744416" cy="3744416"/>
              <a:chOff x="2783632" y="836712"/>
              <a:chExt cx="3744416" cy="3744416"/>
            </a:xfrm>
          </p:grpSpPr>
          <p:sp>
            <p:nvSpPr>
              <p:cNvPr id="85" name="円弧 84">
                <a:extLst>
                  <a:ext uri="{FF2B5EF4-FFF2-40B4-BE49-F238E27FC236}">
                    <a16:creationId xmlns:a16="http://schemas.microsoft.com/office/drawing/2014/main" id="{EC586DA2-E736-1F4F-8445-27ADB386802C}"/>
                  </a:ext>
                </a:extLst>
              </p:cNvPr>
              <p:cNvSpPr/>
              <p:nvPr/>
            </p:nvSpPr>
            <p:spPr>
              <a:xfrm rot="16200000" flipV="1">
                <a:off x="2999656" y="1052736"/>
                <a:ext cx="3312368" cy="3312368"/>
              </a:xfrm>
              <a:prstGeom prst="arc">
                <a:avLst>
                  <a:gd name="adj1" fmla="val 14548556"/>
                  <a:gd name="adj2" fmla="val 17761163"/>
                </a:avLst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6" name="円弧 85">
                <a:extLst>
                  <a:ext uri="{FF2B5EF4-FFF2-40B4-BE49-F238E27FC236}">
                    <a16:creationId xmlns:a16="http://schemas.microsoft.com/office/drawing/2014/main" id="{026B1521-BB8E-B30F-BF82-937167957208}"/>
                  </a:ext>
                </a:extLst>
              </p:cNvPr>
              <p:cNvSpPr/>
              <p:nvPr/>
            </p:nvSpPr>
            <p:spPr>
              <a:xfrm rot="16200000" flipV="1">
                <a:off x="2783632" y="836712"/>
                <a:ext cx="3744416" cy="3744416"/>
              </a:xfrm>
              <a:prstGeom prst="arc">
                <a:avLst>
                  <a:gd name="adj1" fmla="val 14548556"/>
                  <a:gd name="adj2" fmla="val 17761163"/>
                </a:avLst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43787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BD433-D69A-79F8-C559-ED9883154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D0445DB-96D4-6B16-F7E6-4592B72B5356}"/>
              </a:ext>
            </a:extLst>
          </p:cNvPr>
          <p:cNvGrpSpPr/>
          <p:nvPr/>
        </p:nvGrpSpPr>
        <p:grpSpPr>
          <a:xfrm>
            <a:off x="9768408" y="260648"/>
            <a:ext cx="1987720" cy="1800200"/>
            <a:chOff x="2783633" y="980728"/>
            <a:chExt cx="3816423" cy="3456384"/>
          </a:xfrm>
        </p:grpSpPr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EA1000ED-607B-8E29-00BE-3563F1EC2B82}"/>
                </a:ext>
              </a:extLst>
            </p:cNvPr>
            <p:cNvSpPr/>
            <p:nvPr/>
          </p:nvSpPr>
          <p:spPr>
            <a:xfrm>
              <a:off x="3215680" y="1268760"/>
              <a:ext cx="2880000" cy="2880000"/>
            </a:xfrm>
            <a:prstGeom prst="ellipse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楕円 22">
              <a:extLst>
                <a:ext uri="{FF2B5EF4-FFF2-40B4-BE49-F238E27FC236}">
                  <a16:creationId xmlns:a16="http://schemas.microsoft.com/office/drawing/2014/main" id="{456ED1B5-F5C4-9BFB-7787-AC2D7720233A}"/>
                </a:ext>
              </a:extLst>
            </p:cNvPr>
            <p:cNvSpPr/>
            <p:nvPr/>
          </p:nvSpPr>
          <p:spPr>
            <a:xfrm>
              <a:off x="3791424" y="1268760"/>
              <a:ext cx="1728512" cy="2880000"/>
            </a:xfrm>
            <a:prstGeom prst="ellipse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D6C8BB6F-DD59-AE6B-AFD5-7CF8678AC012}"/>
                </a:ext>
              </a:extLst>
            </p:cNvPr>
            <p:cNvCxnSpPr>
              <a:stCxn id="22" idx="2"/>
              <a:endCxn id="22" idx="6"/>
            </p:cNvCxnSpPr>
            <p:nvPr/>
          </p:nvCxnSpPr>
          <p:spPr>
            <a:xfrm>
              <a:off x="3215680" y="2708760"/>
              <a:ext cx="2880000" cy="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8E78A479-4131-9803-DC1C-F52140168701}"/>
                </a:ext>
              </a:extLst>
            </p:cNvPr>
            <p:cNvCxnSpPr>
              <a:cxnSpLocks/>
              <a:stCxn id="23" idx="0"/>
              <a:endCxn id="23" idx="4"/>
            </p:cNvCxnSpPr>
            <p:nvPr/>
          </p:nvCxnSpPr>
          <p:spPr>
            <a:xfrm>
              <a:off x="4655680" y="1268760"/>
              <a:ext cx="0" cy="288000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円弧 25">
              <a:extLst>
                <a:ext uri="{FF2B5EF4-FFF2-40B4-BE49-F238E27FC236}">
                  <a16:creationId xmlns:a16="http://schemas.microsoft.com/office/drawing/2014/main" id="{72D3D092-C813-196F-B47C-261C897FDAE4}"/>
                </a:ext>
              </a:extLst>
            </p:cNvPr>
            <p:cNvSpPr/>
            <p:nvPr/>
          </p:nvSpPr>
          <p:spPr>
            <a:xfrm flipV="1">
              <a:off x="3287688" y="980728"/>
              <a:ext cx="2736304" cy="1080120"/>
            </a:xfrm>
            <a:prstGeom prst="arc">
              <a:avLst>
                <a:gd name="adj1" fmla="val 11696102"/>
                <a:gd name="adj2" fmla="val 20659846"/>
              </a:avLst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円弧 26">
              <a:extLst>
                <a:ext uri="{FF2B5EF4-FFF2-40B4-BE49-F238E27FC236}">
                  <a16:creationId xmlns:a16="http://schemas.microsoft.com/office/drawing/2014/main" id="{84A5D68B-079F-7681-EA2F-6D9B4AE0A188}"/>
                </a:ext>
              </a:extLst>
            </p:cNvPr>
            <p:cNvSpPr/>
            <p:nvPr/>
          </p:nvSpPr>
          <p:spPr>
            <a:xfrm rot="10800000" flipV="1">
              <a:off x="3287688" y="3356992"/>
              <a:ext cx="2736304" cy="1080120"/>
            </a:xfrm>
            <a:prstGeom prst="arc">
              <a:avLst>
                <a:gd name="adj1" fmla="val 11720544"/>
                <a:gd name="adj2" fmla="val 20759633"/>
              </a:avLst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F532CFC9-8FA2-4416-A279-78096543BB54}"/>
                </a:ext>
              </a:extLst>
            </p:cNvPr>
            <p:cNvGrpSpPr/>
            <p:nvPr/>
          </p:nvGrpSpPr>
          <p:grpSpPr>
            <a:xfrm>
              <a:off x="3503712" y="1268760"/>
              <a:ext cx="3096344" cy="2880320"/>
              <a:chOff x="3503712" y="1268760"/>
              <a:chExt cx="3096344" cy="2880320"/>
            </a:xfrm>
          </p:grpSpPr>
          <p:sp>
            <p:nvSpPr>
              <p:cNvPr id="32" name="円弧 31">
                <a:extLst>
                  <a:ext uri="{FF2B5EF4-FFF2-40B4-BE49-F238E27FC236}">
                    <a16:creationId xmlns:a16="http://schemas.microsoft.com/office/drawing/2014/main" id="{7B0E2A1A-0511-5E0B-CA3E-8A51B4366FE0}"/>
                  </a:ext>
                </a:extLst>
              </p:cNvPr>
              <p:cNvSpPr/>
              <p:nvPr/>
            </p:nvSpPr>
            <p:spPr>
              <a:xfrm rot="16200000" flipV="1">
                <a:off x="3503712" y="1268760"/>
                <a:ext cx="2880320" cy="2880320"/>
              </a:xfrm>
              <a:prstGeom prst="arc">
                <a:avLst>
                  <a:gd name="adj1" fmla="val 14690949"/>
                  <a:gd name="adj2" fmla="val 17653756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3" name="円弧 32">
                <a:extLst>
                  <a:ext uri="{FF2B5EF4-FFF2-40B4-BE49-F238E27FC236}">
                    <a16:creationId xmlns:a16="http://schemas.microsoft.com/office/drawing/2014/main" id="{FC4BFF39-6AEE-CE03-EBBA-A767CADE1684}"/>
                  </a:ext>
                </a:extLst>
              </p:cNvPr>
              <p:cNvSpPr/>
              <p:nvPr/>
            </p:nvSpPr>
            <p:spPr>
              <a:xfrm rot="16200000" flipV="1">
                <a:off x="3719736" y="1268760"/>
                <a:ext cx="2880320" cy="2880320"/>
              </a:xfrm>
              <a:prstGeom prst="arc">
                <a:avLst>
                  <a:gd name="adj1" fmla="val 13922304"/>
                  <a:gd name="adj2" fmla="val 18382832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BA708FB0-75E5-BADF-2A73-DF44A4342326}"/>
                </a:ext>
              </a:extLst>
            </p:cNvPr>
            <p:cNvGrpSpPr/>
            <p:nvPr/>
          </p:nvGrpSpPr>
          <p:grpSpPr>
            <a:xfrm rot="10800000">
              <a:off x="2783633" y="1340767"/>
              <a:ext cx="3096344" cy="2880320"/>
              <a:chOff x="3503712" y="1268760"/>
              <a:chExt cx="3096344" cy="2880320"/>
            </a:xfrm>
          </p:grpSpPr>
          <p:sp>
            <p:nvSpPr>
              <p:cNvPr id="30" name="円弧 29">
                <a:extLst>
                  <a:ext uri="{FF2B5EF4-FFF2-40B4-BE49-F238E27FC236}">
                    <a16:creationId xmlns:a16="http://schemas.microsoft.com/office/drawing/2014/main" id="{68BB7F9C-D087-4051-54E7-477FE7EF639B}"/>
                  </a:ext>
                </a:extLst>
              </p:cNvPr>
              <p:cNvSpPr/>
              <p:nvPr/>
            </p:nvSpPr>
            <p:spPr>
              <a:xfrm rot="16200000" flipV="1">
                <a:off x="3503712" y="1268760"/>
                <a:ext cx="2880320" cy="2880320"/>
              </a:xfrm>
              <a:prstGeom prst="arc">
                <a:avLst>
                  <a:gd name="adj1" fmla="val 14690949"/>
                  <a:gd name="adj2" fmla="val 17653756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円弧 30">
                <a:extLst>
                  <a:ext uri="{FF2B5EF4-FFF2-40B4-BE49-F238E27FC236}">
                    <a16:creationId xmlns:a16="http://schemas.microsoft.com/office/drawing/2014/main" id="{7D5DC0F6-12D3-940A-9401-0E4AF3CD10F3}"/>
                  </a:ext>
                </a:extLst>
              </p:cNvPr>
              <p:cNvSpPr/>
              <p:nvPr/>
            </p:nvSpPr>
            <p:spPr>
              <a:xfrm rot="16200000" flipV="1">
                <a:off x="3719736" y="1268760"/>
                <a:ext cx="2880320" cy="2880320"/>
              </a:xfrm>
              <a:prstGeom prst="arc">
                <a:avLst>
                  <a:gd name="adj1" fmla="val 13922304"/>
                  <a:gd name="adj2" fmla="val 18382832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CCBDE2B1-65FE-71F4-7E3F-F9FE1CBFAEB5}"/>
              </a:ext>
            </a:extLst>
          </p:cNvPr>
          <p:cNvGrpSpPr/>
          <p:nvPr/>
        </p:nvGrpSpPr>
        <p:grpSpPr>
          <a:xfrm>
            <a:off x="2783632" y="836712"/>
            <a:ext cx="3744416" cy="3744416"/>
            <a:chOff x="2783632" y="836712"/>
            <a:chExt cx="3744416" cy="3744416"/>
          </a:xfrm>
        </p:grpSpPr>
        <p:sp>
          <p:nvSpPr>
            <p:cNvPr id="2" name="楕円 1">
              <a:extLst>
                <a:ext uri="{FF2B5EF4-FFF2-40B4-BE49-F238E27FC236}">
                  <a16:creationId xmlns:a16="http://schemas.microsoft.com/office/drawing/2014/main" id="{43155C62-6ADE-8ED4-5762-24CA42C1A2DA}"/>
                </a:ext>
              </a:extLst>
            </p:cNvPr>
            <p:cNvSpPr/>
            <p:nvPr/>
          </p:nvSpPr>
          <p:spPr>
            <a:xfrm>
              <a:off x="3215680" y="1268760"/>
              <a:ext cx="2880000" cy="2880000"/>
            </a:xfrm>
            <a:prstGeom prst="ellipse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楕円 2">
              <a:extLst>
                <a:ext uri="{FF2B5EF4-FFF2-40B4-BE49-F238E27FC236}">
                  <a16:creationId xmlns:a16="http://schemas.microsoft.com/office/drawing/2014/main" id="{9ADCB2DC-C3AC-F070-B587-29F459F5A467}"/>
                </a:ext>
              </a:extLst>
            </p:cNvPr>
            <p:cNvSpPr/>
            <p:nvPr/>
          </p:nvSpPr>
          <p:spPr>
            <a:xfrm>
              <a:off x="3791424" y="1268760"/>
              <a:ext cx="1728512" cy="2880000"/>
            </a:xfrm>
            <a:prstGeom prst="ellipse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A3F2F51F-3035-22CD-989A-1E88EE422795}"/>
                </a:ext>
              </a:extLst>
            </p:cNvPr>
            <p:cNvCxnSpPr>
              <a:cxnSpLocks/>
              <a:stCxn id="2" idx="2"/>
              <a:endCxn id="2" idx="6"/>
            </p:cNvCxnSpPr>
            <p:nvPr/>
          </p:nvCxnSpPr>
          <p:spPr>
            <a:xfrm>
              <a:off x="3215680" y="2708760"/>
              <a:ext cx="2880000" cy="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4805A631-13FD-969F-A572-C9627A9A604A}"/>
                </a:ext>
              </a:extLst>
            </p:cNvPr>
            <p:cNvCxnSpPr>
              <a:cxnSpLocks/>
              <a:stCxn id="3" idx="0"/>
              <a:endCxn id="3" idx="4"/>
            </p:cNvCxnSpPr>
            <p:nvPr/>
          </p:nvCxnSpPr>
          <p:spPr>
            <a:xfrm>
              <a:off x="4655680" y="1268760"/>
              <a:ext cx="0" cy="288000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円弧 11">
              <a:extLst>
                <a:ext uri="{FF2B5EF4-FFF2-40B4-BE49-F238E27FC236}">
                  <a16:creationId xmlns:a16="http://schemas.microsoft.com/office/drawing/2014/main" id="{11791BD2-2F3C-3187-1101-7E8A9AE61253}"/>
                </a:ext>
              </a:extLst>
            </p:cNvPr>
            <p:cNvSpPr/>
            <p:nvPr/>
          </p:nvSpPr>
          <p:spPr>
            <a:xfrm flipV="1">
              <a:off x="3287688" y="980728"/>
              <a:ext cx="2736304" cy="1080120"/>
            </a:xfrm>
            <a:prstGeom prst="arc">
              <a:avLst>
                <a:gd name="adj1" fmla="val 11696102"/>
                <a:gd name="adj2" fmla="val 20659846"/>
              </a:avLst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円弧 12">
              <a:extLst>
                <a:ext uri="{FF2B5EF4-FFF2-40B4-BE49-F238E27FC236}">
                  <a16:creationId xmlns:a16="http://schemas.microsoft.com/office/drawing/2014/main" id="{FC7EB5A5-C5B2-891F-E45A-9A09A6C46331}"/>
                </a:ext>
              </a:extLst>
            </p:cNvPr>
            <p:cNvSpPr/>
            <p:nvPr/>
          </p:nvSpPr>
          <p:spPr>
            <a:xfrm rot="10800000" flipV="1">
              <a:off x="3287688" y="3356992"/>
              <a:ext cx="2736304" cy="1080120"/>
            </a:xfrm>
            <a:prstGeom prst="arc">
              <a:avLst>
                <a:gd name="adj1" fmla="val 11720544"/>
                <a:gd name="adj2" fmla="val 20759633"/>
              </a:avLst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01B71E19-60EE-D7DC-B31F-355DF6BA85F6}"/>
                </a:ext>
              </a:extLst>
            </p:cNvPr>
            <p:cNvGrpSpPr/>
            <p:nvPr/>
          </p:nvGrpSpPr>
          <p:grpSpPr>
            <a:xfrm>
              <a:off x="2783632" y="836712"/>
              <a:ext cx="3744416" cy="3744416"/>
              <a:chOff x="2783632" y="836712"/>
              <a:chExt cx="3744416" cy="3744416"/>
            </a:xfrm>
          </p:grpSpPr>
          <p:sp>
            <p:nvSpPr>
              <p:cNvPr id="15" name="円弧 14">
                <a:extLst>
                  <a:ext uri="{FF2B5EF4-FFF2-40B4-BE49-F238E27FC236}">
                    <a16:creationId xmlns:a16="http://schemas.microsoft.com/office/drawing/2014/main" id="{43CC2331-1C16-39DE-CF86-F7A25660324A}"/>
                  </a:ext>
                </a:extLst>
              </p:cNvPr>
              <p:cNvSpPr/>
              <p:nvPr/>
            </p:nvSpPr>
            <p:spPr>
              <a:xfrm rot="16200000" flipV="1">
                <a:off x="2999656" y="1052736"/>
                <a:ext cx="3312368" cy="3312368"/>
              </a:xfrm>
              <a:prstGeom prst="arc">
                <a:avLst>
                  <a:gd name="adj1" fmla="val 14548556"/>
                  <a:gd name="adj2" fmla="val 17761163"/>
                </a:avLst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3" name="円弧 52">
                <a:extLst>
                  <a:ext uri="{FF2B5EF4-FFF2-40B4-BE49-F238E27FC236}">
                    <a16:creationId xmlns:a16="http://schemas.microsoft.com/office/drawing/2014/main" id="{429FBD1C-40E2-2FD2-3483-6C2C4D429F5F}"/>
                  </a:ext>
                </a:extLst>
              </p:cNvPr>
              <p:cNvSpPr/>
              <p:nvPr/>
            </p:nvSpPr>
            <p:spPr>
              <a:xfrm rot="16200000" flipV="1">
                <a:off x="2783632" y="836712"/>
                <a:ext cx="3744416" cy="3744416"/>
              </a:xfrm>
              <a:prstGeom prst="arc">
                <a:avLst>
                  <a:gd name="adj1" fmla="val 14548556"/>
                  <a:gd name="adj2" fmla="val 17761163"/>
                </a:avLst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55" name="グループ化 54">
              <a:extLst>
                <a:ext uri="{FF2B5EF4-FFF2-40B4-BE49-F238E27FC236}">
                  <a16:creationId xmlns:a16="http://schemas.microsoft.com/office/drawing/2014/main" id="{C848CA51-4934-FCE7-72D5-2DEC5A329441}"/>
                </a:ext>
              </a:extLst>
            </p:cNvPr>
            <p:cNvGrpSpPr/>
            <p:nvPr/>
          </p:nvGrpSpPr>
          <p:grpSpPr>
            <a:xfrm rot="10800000">
              <a:off x="2783632" y="836712"/>
              <a:ext cx="3744416" cy="3744416"/>
              <a:chOff x="2783632" y="836712"/>
              <a:chExt cx="3744416" cy="3744416"/>
            </a:xfrm>
          </p:grpSpPr>
          <p:sp>
            <p:nvSpPr>
              <p:cNvPr id="56" name="円弧 55">
                <a:extLst>
                  <a:ext uri="{FF2B5EF4-FFF2-40B4-BE49-F238E27FC236}">
                    <a16:creationId xmlns:a16="http://schemas.microsoft.com/office/drawing/2014/main" id="{66D6DD1D-3DD7-E605-08CE-3456E0F4FE53}"/>
                  </a:ext>
                </a:extLst>
              </p:cNvPr>
              <p:cNvSpPr/>
              <p:nvPr/>
            </p:nvSpPr>
            <p:spPr>
              <a:xfrm rot="16200000" flipV="1">
                <a:off x="2999656" y="1052736"/>
                <a:ext cx="3312368" cy="3312368"/>
              </a:xfrm>
              <a:prstGeom prst="arc">
                <a:avLst>
                  <a:gd name="adj1" fmla="val 14548556"/>
                  <a:gd name="adj2" fmla="val 17761163"/>
                </a:avLst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円弧 56">
                <a:extLst>
                  <a:ext uri="{FF2B5EF4-FFF2-40B4-BE49-F238E27FC236}">
                    <a16:creationId xmlns:a16="http://schemas.microsoft.com/office/drawing/2014/main" id="{863DF900-FE1B-4148-38CB-A64675CC238F}"/>
                  </a:ext>
                </a:extLst>
              </p:cNvPr>
              <p:cNvSpPr/>
              <p:nvPr/>
            </p:nvSpPr>
            <p:spPr>
              <a:xfrm rot="16200000" flipV="1">
                <a:off x="2783632" y="836712"/>
                <a:ext cx="3744416" cy="3744416"/>
              </a:xfrm>
              <a:prstGeom prst="arc">
                <a:avLst>
                  <a:gd name="adj1" fmla="val 14548556"/>
                  <a:gd name="adj2" fmla="val 17761163"/>
                </a:avLst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60" name="楕円 59">
            <a:extLst>
              <a:ext uri="{FF2B5EF4-FFF2-40B4-BE49-F238E27FC236}">
                <a16:creationId xmlns:a16="http://schemas.microsoft.com/office/drawing/2014/main" id="{89397D56-2D53-A644-6CA2-5CF5080F7D7C}"/>
              </a:ext>
            </a:extLst>
          </p:cNvPr>
          <p:cNvSpPr/>
          <p:nvPr/>
        </p:nvSpPr>
        <p:spPr>
          <a:xfrm>
            <a:off x="7752184" y="1988840"/>
            <a:ext cx="1440000" cy="1440000"/>
          </a:xfrm>
          <a:prstGeom prst="ellipse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楕円 60">
            <a:extLst>
              <a:ext uri="{FF2B5EF4-FFF2-40B4-BE49-F238E27FC236}">
                <a16:creationId xmlns:a16="http://schemas.microsoft.com/office/drawing/2014/main" id="{825241CE-EF94-8BD9-5BD3-E67C574340F8}"/>
              </a:ext>
            </a:extLst>
          </p:cNvPr>
          <p:cNvSpPr/>
          <p:nvPr/>
        </p:nvSpPr>
        <p:spPr>
          <a:xfrm>
            <a:off x="8040056" y="1988840"/>
            <a:ext cx="864256" cy="1440000"/>
          </a:xfrm>
          <a:prstGeom prst="ellipse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BA71AD28-ABC1-EE00-C44B-6734BA7C545C}"/>
              </a:ext>
            </a:extLst>
          </p:cNvPr>
          <p:cNvCxnSpPr>
            <a:cxnSpLocks/>
            <a:stCxn id="60" idx="2"/>
            <a:endCxn id="60" idx="6"/>
          </p:cNvCxnSpPr>
          <p:nvPr/>
        </p:nvCxnSpPr>
        <p:spPr>
          <a:xfrm>
            <a:off x="7752184" y="2708840"/>
            <a:ext cx="14400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692D3994-1327-2870-D259-05E7B86A2D64}"/>
              </a:ext>
            </a:extLst>
          </p:cNvPr>
          <p:cNvCxnSpPr>
            <a:cxnSpLocks/>
            <a:stCxn id="61" idx="0"/>
            <a:endCxn id="61" idx="4"/>
          </p:cNvCxnSpPr>
          <p:nvPr/>
        </p:nvCxnSpPr>
        <p:spPr>
          <a:xfrm>
            <a:off x="8472184" y="1988840"/>
            <a:ext cx="0" cy="1440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円弧 63">
            <a:extLst>
              <a:ext uri="{FF2B5EF4-FFF2-40B4-BE49-F238E27FC236}">
                <a16:creationId xmlns:a16="http://schemas.microsoft.com/office/drawing/2014/main" id="{5E458475-5D3A-D6F7-9BF4-C8EF3B20FDE8}"/>
              </a:ext>
            </a:extLst>
          </p:cNvPr>
          <p:cNvSpPr/>
          <p:nvPr/>
        </p:nvSpPr>
        <p:spPr>
          <a:xfrm flipV="1">
            <a:off x="7788188" y="1844824"/>
            <a:ext cx="1368152" cy="540060"/>
          </a:xfrm>
          <a:prstGeom prst="arc">
            <a:avLst>
              <a:gd name="adj1" fmla="val 11696102"/>
              <a:gd name="adj2" fmla="val 20659846"/>
            </a:avLst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円弧 64">
            <a:extLst>
              <a:ext uri="{FF2B5EF4-FFF2-40B4-BE49-F238E27FC236}">
                <a16:creationId xmlns:a16="http://schemas.microsoft.com/office/drawing/2014/main" id="{D4953A66-631C-0E75-EC21-E0AE11198971}"/>
              </a:ext>
            </a:extLst>
          </p:cNvPr>
          <p:cNvSpPr/>
          <p:nvPr/>
        </p:nvSpPr>
        <p:spPr>
          <a:xfrm rot="10800000" flipV="1">
            <a:off x="7788188" y="3032956"/>
            <a:ext cx="1368152" cy="540060"/>
          </a:xfrm>
          <a:prstGeom prst="arc">
            <a:avLst>
              <a:gd name="adj1" fmla="val 11720544"/>
              <a:gd name="adj2" fmla="val 20759633"/>
            </a:avLst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A0B90EB1-3AC6-C401-50B3-3B523805C6D2}"/>
              </a:ext>
            </a:extLst>
          </p:cNvPr>
          <p:cNvGrpSpPr/>
          <p:nvPr/>
        </p:nvGrpSpPr>
        <p:grpSpPr>
          <a:xfrm>
            <a:off x="7536160" y="1772816"/>
            <a:ext cx="1872208" cy="1872208"/>
            <a:chOff x="2783632" y="836712"/>
            <a:chExt cx="3744416" cy="3744416"/>
          </a:xfrm>
        </p:grpSpPr>
        <p:sp>
          <p:nvSpPr>
            <p:cNvPr id="70" name="円弧 69">
              <a:extLst>
                <a:ext uri="{FF2B5EF4-FFF2-40B4-BE49-F238E27FC236}">
                  <a16:creationId xmlns:a16="http://schemas.microsoft.com/office/drawing/2014/main" id="{EC4BB021-BDD7-93E8-C330-4C4E18DAD7D3}"/>
                </a:ext>
              </a:extLst>
            </p:cNvPr>
            <p:cNvSpPr/>
            <p:nvPr/>
          </p:nvSpPr>
          <p:spPr>
            <a:xfrm rot="16200000" flipV="1">
              <a:off x="2999656" y="1052736"/>
              <a:ext cx="3312368" cy="3312368"/>
            </a:xfrm>
            <a:prstGeom prst="arc">
              <a:avLst>
                <a:gd name="adj1" fmla="val 14548556"/>
                <a:gd name="adj2" fmla="val 17761163"/>
              </a:avLst>
            </a:prstGeom>
            <a:ln w="762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円弧 70">
              <a:extLst>
                <a:ext uri="{FF2B5EF4-FFF2-40B4-BE49-F238E27FC236}">
                  <a16:creationId xmlns:a16="http://schemas.microsoft.com/office/drawing/2014/main" id="{8F81310C-EA81-67C5-85BA-F0E54E609494}"/>
                </a:ext>
              </a:extLst>
            </p:cNvPr>
            <p:cNvSpPr/>
            <p:nvPr/>
          </p:nvSpPr>
          <p:spPr>
            <a:xfrm rot="16200000" flipV="1">
              <a:off x="2783632" y="836712"/>
              <a:ext cx="3744416" cy="3744416"/>
            </a:xfrm>
            <a:prstGeom prst="arc">
              <a:avLst>
                <a:gd name="adj1" fmla="val 14548556"/>
                <a:gd name="adj2" fmla="val 17761163"/>
              </a:avLst>
            </a:prstGeom>
            <a:ln w="762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C0402B1C-8AAE-56DB-8B29-D0F12CD48F3C}"/>
              </a:ext>
            </a:extLst>
          </p:cNvPr>
          <p:cNvGrpSpPr/>
          <p:nvPr/>
        </p:nvGrpSpPr>
        <p:grpSpPr>
          <a:xfrm rot="10800000">
            <a:off x="7536160" y="1772816"/>
            <a:ext cx="1872208" cy="1872208"/>
            <a:chOff x="2783632" y="836712"/>
            <a:chExt cx="3744416" cy="3744416"/>
          </a:xfrm>
        </p:grpSpPr>
        <p:sp>
          <p:nvSpPr>
            <p:cNvPr id="68" name="円弧 67">
              <a:extLst>
                <a:ext uri="{FF2B5EF4-FFF2-40B4-BE49-F238E27FC236}">
                  <a16:creationId xmlns:a16="http://schemas.microsoft.com/office/drawing/2014/main" id="{F8BC9F43-9123-9D9E-1506-248CC4FE7876}"/>
                </a:ext>
              </a:extLst>
            </p:cNvPr>
            <p:cNvSpPr/>
            <p:nvPr/>
          </p:nvSpPr>
          <p:spPr>
            <a:xfrm rot="16200000" flipV="1">
              <a:off x="2999656" y="1052736"/>
              <a:ext cx="3312368" cy="3312368"/>
            </a:xfrm>
            <a:prstGeom prst="arc">
              <a:avLst>
                <a:gd name="adj1" fmla="val 14548556"/>
                <a:gd name="adj2" fmla="val 17761163"/>
              </a:avLst>
            </a:prstGeom>
            <a:ln w="762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円弧 68">
              <a:extLst>
                <a:ext uri="{FF2B5EF4-FFF2-40B4-BE49-F238E27FC236}">
                  <a16:creationId xmlns:a16="http://schemas.microsoft.com/office/drawing/2014/main" id="{E3BD7BD3-A9B6-3D9C-B548-B2A478E6DFC0}"/>
                </a:ext>
              </a:extLst>
            </p:cNvPr>
            <p:cNvSpPr/>
            <p:nvPr/>
          </p:nvSpPr>
          <p:spPr>
            <a:xfrm rot="16200000" flipV="1">
              <a:off x="2783632" y="836712"/>
              <a:ext cx="3744416" cy="3744416"/>
            </a:xfrm>
            <a:prstGeom prst="arc">
              <a:avLst>
                <a:gd name="adj1" fmla="val 14548556"/>
                <a:gd name="adj2" fmla="val 17761163"/>
              </a:avLst>
            </a:prstGeom>
            <a:ln w="762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7746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78</Words>
  <Application>Microsoft Office PowerPoint</Application>
  <PresentationFormat>ワイド画面</PresentationFormat>
  <Paragraphs>20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真 伊藤</dc:creator>
  <cp:lastModifiedBy>真 伊藤</cp:lastModifiedBy>
  <cp:revision>4</cp:revision>
  <dcterms:created xsi:type="dcterms:W3CDTF">2026-04-22T21:51:44Z</dcterms:created>
  <dcterms:modified xsi:type="dcterms:W3CDTF">2026-04-25T11:47:19Z</dcterms:modified>
</cp:coreProperties>
</file>